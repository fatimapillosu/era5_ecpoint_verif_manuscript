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8" r:id="rId2"/>
  </p:sldIdLst>
  <p:sldSz cx="5940425" cy="5508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5660"/>
    <a:srgbClr val="6EB0C6"/>
    <a:srgbClr val="CDA590"/>
    <a:srgbClr val="CBE676"/>
    <a:srgbClr val="2500FF"/>
    <a:srgbClr val="FF007F"/>
    <a:srgbClr val="1CB8A6"/>
    <a:srgbClr val="FFC001"/>
    <a:srgbClr val="3EBD3E"/>
    <a:srgbClr val="CFA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A11A4-19E1-493F-9C4E-439B7B0F9AE1}" v="9" dt="2026-02-03T23:03:27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880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redo custSel modSld">
      <pc:chgData name="Fatima Pillosu" userId="a6295d4dc9e22643" providerId="LiveId" clId="{87453732-75AC-4426-B5D3-B7C69C2D4F54}" dt="2026-02-03T23:03:38.758" v="383" actId="1035"/>
      <pc:docMkLst>
        <pc:docMk/>
      </pc:docMkLst>
      <pc:sldChg chg="addSp delSp modSp mod">
        <pc:chgData name="Fatima Pillosu" userId="a6295d4dc9e22643" providerId="LiveId" clId="{87453732-75AC-4426-B5D3-B7C69C2D4F54}" dt="2026-02-03T23:03:38.758" v="383" actId="1035"/>
        <pc:sldMkLst>
          <pc:docMk/>
          <pc:sldMk cId="1951859862" sldId="258"/>
        </pc:sldMkLst>
        <pc:spChg chg="del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2" creationId="{7DC99155-5A73-0EDA-66CC-4D16BBE95418}"/>
          </ac:spMkLst>
        </pc:spChg>
        <pc:spChg chg="del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4" creationId="{A72162B1-E4A6-C2FA-C51F-ED8414816C83}"/>
          </ac:spMkLst>
        </pc:spChg>
        <pc:spChg chg="del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5" creationId="{8C135897-AF3D-0879-B7A8-8FD200B128AA}"/>
          </ac:spMkLst>
        </pc:spChg>
        <pc:spChg chg="ord">
          <ac:chgData name="Fatima Pillosu" userId="a6295d4dc9e22643" providerId="LiveId" clId="{87453732-75AC-4426-B5D3-B7C69C2D4F54}" dt="2026-02-03T22:56:58.266" v="142" actId="166"/>
          <ac:spMkLst>
            <pc:docMk/>
            <pc:sldMk cId="1951859862" sldId="258"/>
            <ac:spMk id="10" creationId="{778F6435-EB47-CA5B-0096-795D1557F15F}"/>
          </ac:spMkLst>
        </pc:spChg>
        <pc:spChg chg="del ord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19" creationId="{B82656F1-DB4F-0344-B084-D416B5CA6227}"/>
          </ac:spMkLst>
        </pc:spChg>
        <pc:spChg chg="ord">
          <ac:chgData name="Fatima Pillosu" userId="a6295d4dc9e22643" providerId="LiveId" clId="{87453732-75AC-4426-B5D3-B7C69C2D4F54}" dt="2026-02-03T22:56:58.266" v="142" actId="166"/>
          <ac:spMkLst>
            <pc:docMk/>
            <pc:sldMk cId="1951859862" sldId="258"/>
            <ac:spMk id="23" creationId="{0CA2B182-F1A9-EB58-A305-8097A5A5DECB}"/>
          </ac:spMkLst>
        </pc:spChg>
        <pc:spChg chg="del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26" creationId="{E410AEEC-2D65-D54F-BAEF-5C49AEEE50FE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29" creationId="{3C8C9674-2410-015C-6748-F8FF7A96974A}"/>
          </ac:spMkLst>
        </pc:spChg>
        <pc:spChg chg="add 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30" creationId="{C7DBD87C-EAD9-FFFC-2DCB-C93185EFF93E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31" creationId="{174C1E55-3EDE-EB87-CF29-5783D5D6F998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32" creationId="{05450518-DBCA-A583-801C-4A82350BA285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33" creationId="{368A95A6-21A4-10CC-5B99-FD57CBECDBCB}"/>
          </ac:spMkLst>
        </pc:spChg>
        <pc:spChg chg="del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34" creationId="{71361E76-A983-9896-8058-886679C5D191}"/>
          </ac:spMkLst>
        </pc:spChg>
        <pc:spChg chg="mod">
          <ac:chgData name="Fatima Pillosu" userId="a6295d4dc9e22643" providerId="LiveId" clId="{87453732-75AC-4426-B5D3-B7C69C2D4F54}" dt="2026-02-03T23:02:21.672" v="335" actId="12789"/>
          <ac:spMkLst>
            <pc:docMk/>
            <pc:sldMk cId="1951859862" sldId="258"/>
            <ac:spMk id="42" creationId="{C1219B3D-55AC-8115-355F-023084355592}"/>
          </ac:spMkLst>
        </pc:spChg>
        <pc:spChg chg="add mod">
          <ac:chgData name="Fatima Pillosu" userId="a6295d4dc9e22643" providerId="LiveId" clId="{87453732-75AC-4426-B5D3-B7C69C2D4F54}" dt="2026-02-03T23:02:21.672" v="335" actId="12789"/>
          <ac:spMkLst>
            <pc:docMk/>
            <pc:sldMk cId="1951859862" sldId="258"/>
            <ac:spMk id="43" creationId="{0BE6D9EE-9C77-1F71-1490-9820DA54D7D2}"/>
          </ac:spMkLst>
        </pc:spChg>
        <pc:spChg chg="add 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44" creationId="{FB068D0A-4474-B6B9-4453-3D3C54682ACD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45" creationId="{384A18B1-386A-21ED-5273-485373CC82CE}"/>
          </ac:spMkLst>
        </pc:spChg>
        <pc:spChg chg="add mod">
          <ac:chgData name="Fatima Pillosu" userId="a6295d4dc9e22643" providerId="LiveId" clId="{87453732-75AC-4426-B5D3-B7C69C2D4F54}" dt="2026-02-03T23:02:39.408" v="351" actId="1038"/>
          <ac:spMkLst>
            <pc:docMk/>
            <pc:sldMk cId="1951859862" sldId="258"/>
            <ac:spMk id="46" creationId="{6776B6D5-31DE-5B39-8EEA-034F32CD9204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47" creationId="{9A5C7027-EB23-E397-A431-F93B39C7BE8A}"/>
          </ac:spMkLst>
        </pc:spChg>
        <pc:spChg chg="del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52" creationId="{368A95A6-21A4-10CC-5B99-FD57CBECDBCB}"/>
          </ac:spMkLst>
        </pc:spChg>
        <pc:spChg chg="del mod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64" creationId="{8ED86447-72BB-972D-440C-6FCFD7EDDE8E}"/>
          </ac:spMkLst>
        </pc:spChg>
        <pc:spChg chg="del mod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65" creationId="{7730DB65-9EC0-44B7-3E84-20011639EB5E}"/>
          </ac:spMkLst>
        </pc:spChg>
        <pc:spChg chg="del mod">
          <ac:chgData name="Fatima Pillosu" userId="a6295d4dc9e22643" providerId="LiveId" clId="{87453732-75AC-4426-B5D3-B7C69C2D4F54}" dt="2026-02-03T22:58:07.974" v="181" actId="21"/>
          <ac:spMkLst>
            <pc:docMk/>
            <pc:sldMk cId="1951859862" sldId="258"/>
            <ac:spMk id="66" creationId="{6A8053B0-3AFF-6E21-4F40-FA92705F5921}"/>
          </ac:spMkLst>
        </pc:spChg>
        <pc:spChg chg="mod">
          <ac:chgData name="Fatima Pillosu" userId="a6295d4dc9e22643" providerId="LiveId" clId="{87453732-75AC-4426-B5D3-B7C69C2D4F54}" dt="2026-02-03T22:45:12.130" v="108" actId="14100"/>
          <ac:spMkLst>
            <pc:docMk/>
            <pc:sldMk cId="1951859862" sldId="258"/>
            <ac:spMk id="67" creationId="{32694502-B9BD-F1BD-F1DB-95555A1862A9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69" creationId="{8ED86447-72BB-972D-440C-6FCFD7EDDE8E}"/>
          </ac:spMkLst>
        </pc:spChg>
        <pc:spChg chg="mod">
          <ac:chgData name="Fatima Pillosu" userId="a6295d4dc9e22643" providerId="LiveId" clId="{87453732-75AC-4426-B5D3-B7C69C2D4F54}" dt="2026-02-03T23:02:58.473" v="369" actId="1035"/>
          <ac:spMkLst>
            <pc:docMk/>
            <pc:sldMk cId="1951859862" sldId="258"/>
            <ac:spMk id="72" creationId="{7730DB65-9EC0-44B7-3E84-20011639EB5E}"/>
          </ac:spMkLst>
        </pc:spChg>
        <pc:spChg chg="mod">
          <ac:chgData name="Fatima Pillosu" userId="a6295d4dc9e22643" providerId="LiveId" clId="{87453732-75AC-4426-B5D3-B7C69C2D4F54}" dt="2026-02-03T23:03:04.562" v="375" actId="1036"/>
          <ac:spMkLst>
            <pc:docMk/>
            <pc:sldMk cId="1951859862" sldId="258"/>
            <ac:spMk id="73" creationId="{6A8053B0-3AFF-6E21-4F40-FA92705F5921}"/>
          </ac:spMkLst>
        </pc:spChg>
        <pc:spChg chg="del mod">
          <ac:chgData name="Fatima Pillosu" userId="a6295d4dc9e22643" providerId="LiveId" clId="{87453732-75AC-4426-B5D3-B7C69C2D4F54}" dt="2026-02-03T23:03:15.727" v="378" actId="21"/>
          <ac:spMkLst>
            <pc:docMk/>
            <pc:sldMk cId="1951859862" sldId="258"/>
            <ac:spMk id="74" creationId="{32694502-B9BD-F1BD-F1DB-95555A1862A9}"/>
          </ac:spMkLst>
        </pc:spChg>
        <pc:spChg chg="add del mod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78" creationId="{7DC99155-5A73-0EDA-66CC-4D16BBE95418}"/>
          </ac:spMkLst>
        </pc:spChg>
        <pc:spChg chg="add del mod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79" creationId="{A72162B1-E4A6-C2FA-C51F-ED8414816C83}"/>
          </ac:spMkLst>
        </pc:spChg>
        <pc:spChg chg="add del mod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80" creationId="{8C135897-AF3D-0879-B7A8-8FD200B128AA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81" creationId="{6A6A7F64-F7EB-8B6D-44C7-520307EB361D}"/>
          </ac:spMkLst>
        </pc:spChg>
        <pc:spChg chg="del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82" creationId="{9F4E2625-1561-2C3B-DCD2-DE629ADF6E13}"/>
          </ac:spMkLst>
        </pc:spChg>
        <pc:spChg chg="del mod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83" creationId="{30759621-3477-5B18-711F-0C7E5B3202DF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84" creationId="{B8FDFC28-E407-D5DD-6B87-8F20A353963E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85" creationId="{6BBD607F-DACD-5A35-3323-892FB32059E4}"/>
          </ac:spMkLst>
        </pc:spChg>
        <pc:spChg chg="del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86" creationId="{07E9630E-1E4A-68C5-5585-8396C140FCEF}"/>
          </ac:spMkLst>
        </pc:spChg>
        <pc:spChg chg="del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87" creationId="{BE642F91-41AB-927B-EF50-48E1023EBA61}"/>
          </ac:spMkLst>
        </pc:spChg>
        <pc:spChg chg="del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88" creationId="{BC523E81-E5EC-A949-C1BC-0F252AD3C865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90" creationId="{B4891179-FC5C-D938-5E56-DB30EC1EC9D7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91" creationId="{E410AEEC-2D65-D54F-BAEF-5C49AEEE50FE}"/>
          </ac:spMkLst>
        </pc:spChg>
        <pc:spChg chg="add del mod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92" creationId="{81B45D24-4A67-3E7C-6EF7-08BCAD5FEE72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94" creationId="{71361E76-A983-9896-8058-886679C5D191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95" creationId="{12C4DF27-5A7D-5ECC-6792-E875BA82DE24}"/>
          </ac:spMkLst>
        </pc:spChg>
        <pc:spChg chg="del">
          <ac:chgData name="Fatima Pillosu" userId="a6295d4dc9e22643" providerId="LiveId" clId="{87453732-75AC-4426-B5D3-B7C69C2D4F54}" dt="2026-02-03T23:00:47.867" v="253" actId="21"/>
          <ac:spMkLst>
            <pc:docMk/>
            <pc:sldMk cId="1951859862" sldId="258"/>
            <ac:spMk id="96" creationId="{CD62012C-A4F6-9DD2-4BE8-778BC032A994}"/>
          </ac:spMkLst>
        </pc:spChg>
        <pc:spChg chg="add del mod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98" creationId="{0CA2B182-F1A9-EB58-A305-8097A5A5DECB}"/>
          </ac:spMkLst>
        </pc:spChg>
        <pc:spChg chg="del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99" creationId="{778F6435-EB47-CA5B-0096-795D1557F15F}"/>
          </ac:spMkLst>
        </pc:spChg>
        <pc:spChg chg="add del mod">
          <ac:chgData name="Fatima Pillosu" userId="a6295d4dc9e22643" providerId="LiveId" clId="{87453732-75AC-4426-B5D3-B7C69C2D4F54}" dt="2026-02-03T22:58:52.631" v="189" actId="21"/>
          <ac:spMkLst>
            <pc:docMk/>
            <pc:sldMk cId="1951859862" sldId="258"/>
            <ac:spMk id="100" creationId="{B82656F1-DB4F-0344-B084-D416B5CA6227}"/>
          </ac:spMkLst>
        </pc:spChg>
        <pc:spChg chg="add del mod">
          <ac:chgData name="Fatima Pillosu" userId="a6295d4dc9e22643" providerId="LiveId" clId="{87453732-75AC-4426-B5D3-B7C69C2D4F54}" dt="2026-02-03T23:00:42.107" v="252" actId="478"/>
          <ac:spMkLst>
            <pc:docMk/>
            <pc:sldMk cId="1951859862" sldId="258"/>
            <ac:spMk id="103" creationId="{98AE2E70-07F9-E331-6D1B-FA54046F3320}"/>
          </ac:spMkLst>
        </pc:spChg>
        <pc:spChg chg="add del">
          <ac:chgData name="Fatima Pillosu" userId="a6295d4dc9e22643" providerId="LiveId" clId="{87453732-75AC-4426-B5D3-B7C69C2D4F54}" dt="2026-02-03T23:03:14.331" v="377" actId="478"/>
          <ac:spMkLst>
            <pc:docMk/>
            <pc:sldMk cId="1951859862" sldId="258"/>
            <ac:spMk id="105" creationId="{C9845DD1-3C81-66EC-0EB6-FCEB07E1F701}"/>
          </ac:spMkLst>
        </pc:spChg>
        <pc:spChg chg="add mod">
          <ac:chgData name="Fatima Pillosu" userId="a6295d4dc9e22643" providerId="LiveId" clId="{87453732-75AC-4426-B5D3-B7C69C2D4F54}" dt="2026-02-03T23:03:27.884" v="379"/>
          <ac:spMkLst>
            <pc:docMk/>
            <pc:sldMk cId="1951859862" sldId="258"/>
            <ac:spMk id="106" creationId="{3C8C9674-2410-015C-6748-F8FF7A96974A}"/>
          </ac:spMkLst>
        </pc:spChg>
        <pc:spChg chg="add 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07" creationId="{C7DBD87C-EAD9-FFFC-2DCB-C93185EFF93E}"/>
          </ac:spMkLst>
        </pc:spChg>
        <pc:spChg chg="add 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08" creationId="{174C1E55-3EDE-EB87-CF29-5783D5D6F998}"/>
          </ac:spMkLst>
        </pc:spChg>
        <pc:spChg chg="add 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09" creationId="{05450518-DBCA-A583-801C-4A82350BA285}"/>
          </ac:spMkLst>
        </pc:spChg>
        <pc:spChg chg="add 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10" creationId="{368A95A6-21A4-10CC-5B99-FD57CBECDBCB}"/>
          </ac:spMkLst>
        </pc:spChg>
        <pc:spChg chg="add 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15" creationId="{C1219B3D-55AC-8115-355F-023084355592}"/>
          </ac:spMkLst>
        </pc:spChg>
        <pc:spChg chg="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16" creationId="{0BE6D9EE-9C77-1F71-1490-9820DA54D7D2}"/>
          </ac:spMkLst>
        </pc:spChg>
        <pc:spChg chg="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17" creationId="{FB068D0A-4474-B6B9-4453-3D3C54682ACD}"/>
          </ac:spMkLst>
        </pc:spChg>
        <pc:spChg chg="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18" creationId="{384A18B1-386A-21ED-5273-485373CC82CE}"/>
          </ac:spMkLst>
        </pc:spChg>
        <pc:spChg chg="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19" creationId="{6776B6D5-31DE-5B39-8EEA-034F32CD9204}"/>
          </ac:spMkLst>
        </pc:spChg>
        <pc:spChg chg="mod">
          <ac:chgData name="Fatima Pillosu" userId="a6295d4dc9e22643" providerId="LiveId" clId="{87453732-75AC-4426-B5D3-B7C69C2D4F54}" dt="2026-02-03T23:03:38.758" v="383" actId="1035"/>
          <ac:spMkLst>
            <pc:docMk/>
            <pc:sldMk cId="1951859862" sldId="258"/>
            <ac:spMk id="120" creationId="{9A5C7027-EB23-E397-A431-F93B39C7BE8A}"/>
          </ac:spMkLst>
        </pc:spChg>
        <pc:spChg chg="add mod">
          <ac:chgData name="Fatima Pillosu" userId="a6295d4dc9e22643" providerId="LiveId" clId="{87453732-75AC-4426-B5D3-B7C69C2D4F54}" dt="2026-02-03T23:03:27.884" v="379"/>
          <ac:spMkLst>
            <pc:docMk/>
            <pc:sldMk cId="1951859862" sldId="258"/>
            <ac:spMk id="122" creationId="{8ED86447-72BB-972D-440C-6FCFD7EDDE8E}"/>
          </ac:spMkLst>
        </pc:spChg>
        <pc:spChg chg="add mod">
          <ac:chgData name="Fatima Pillosu" userId="a6295d4dc9e22643" providerId="LiveId" clId="{87453732-75AC-4426-B5D3-B7C69C2D4F54}" dt="2026-02-03T23:03:27.884" v="379"/>
          <ac:spMkLst>
            <pc:docMk/>
            <pc:sldMk cId="1951859862" sldId="258"/>
            <ac:spMk id="123" creationId="{7730DB65-9EC0-44B7-3E84-20011639EB5E}"/>
          </ac:spMkLst>
        </pc:spChg>
        <pc:spChg chg="add mod">
          <ac:chgData name="Fatima Pillosu" userId="a6295d4dc9e22643" providerId="LiveId" clId="{87453732-75AC-4426-B5D3-B7C69C2D4F54}" dt="2026-02-03T23:03:27.884" v="379"/>
          <ac:spMkLst>
            <pc:docMk/>
            <pc:sldMk cId="1951859862" sldId="258"/>
            <ac:spMk id="124" creationId="{6A8053B0-3AFF-6E21-4F40-FA92705F5921}"/>
          </ac:spMkLst>
        </pc:spChg>
        <pc:spChg chg="add mod">
          <ac:chgData name="Fatima Pillosu" userId="a6295d4dc9e22643" providerId="LiveId" clId="{87453732-75AC-4426-B5D3-B7C69C2D4F54}" dt="2026-02-03T23:03:27.884" v="379"/>
          <ac:spMkLst>
            <pc:docMk/>
            <pc:sldMk cId="1951859862" sldId="258"/>
            <ac:spMk id="125" creationId="{32694502-B9BD-F1BD-F1DB-95555A1862A9}"/>
          </ac:spMkLst>
        </pc:spChg>
        <pc:picChg chg="add del mod">
          <ac:chgData name="Fatima Pillosu" userId="a6295d4dc9e22643" providerId="LiveId" clId="{87453732-75AC-4426-B5D3-B7C69C2D4F54}" dt="2026-02-03T22:55:35.186" v="125" actId="478"/>
          <ac:picMkLst>
            <pc:docMk/>
            <pc:sldMk cId="1951859862" sldId="258"/>
            <ac:picMk id="9" creationId="{A9C37FC3-9582-128D-AE25-E6B5EA63C4AB}"/>
          </ac:picMkLst>
        </pc:picChg>
        <pc:picChg chg="del mod">
          <ac:chgData name="Fatima Pillosu" userId="a6295d4dc9e22643" providerId="LiveId" clId="{87453732-75AC-4426-B5D3-B7C69C2D4F54}" dt="2026-02-03T22:56:36.193" v="138" actId="478"/>
          <ac:picMkLst>
            <pc:docMk/>
            <pc:sldMk cId="1951859862" sldId="258"/>
            <ac:picMk id="11" creationId="{9ED1403E-D2E3-E1CC-FF3D-4514FDE5C41B}"/>
          </ac:picMkLst>
        </pc:picChg>
        <pc:picChg chg="add mod ord modCrop">
          <ac:chgData name="Fatima Pillosu" userId="a6295d4dc9e22643" providerId="LiveId" clId="{87453732-75AC-4426-B5D3-B7C69C2D4F54}" dt="2026-02-03T22:56:45.467" v="139" actId="171"/>
          <ac:picMkLst>
            <pc:docMk/>
            <pc:sldMk cId="1951859862" sldId="258"/>
            <ac:picMk id="13" creationId="{D6074BAE-D017-5D26-139C-C8EFB394D5F9}"/>
          </ac:picMkLst>
        </pc:picChg>
        <pc:picChg chg="add mod ord modCrop">
          <ac:chgData name="Fatima Pillosu" userId="a6295d4dc9e22643" providerId="LiveId" clId="{87453732-75AC-4426-B5D3-B7C69C2D4F54}" dt="2026-02-03T22:57:06.837" v="143" actId="166"/>
          <ac:picMkLst>
            <pc:docMk/>
            <pc:sldMk cId="1951859862" sldId="258"/>
            <ac:picMk id="21" creationId="{1E35576A-B6C9-D973-61C9-BDFC0249A414}"/>
          </ac:picMkLst>
        </pc:picChg>
        <pc:picChg chg="add mod">
          <ac:chgData name="Fatima Pillosu" userId="a6295d4dc9e22643" providerId="LiveId" clId="{87453732-75AC-4426-B5D3-B7C69C2D4F54}" dt="2026-02-03T23:02:58.473" v="369" actId="1035"/>
          <ac:picMkLst>
            <pc:docMk/>
            <pc:sldMk cId="1951859862" sldId="258"/>
            <ac:picMk id="102" creationId="{6DA73639-AE94-FE5C-8DB1-461BF5756E88}"/>
          </ac:picMkLst>
        </pc:picChg>
        <pc:picChg chg="add mod">
          <ac:chgData name="Fatima Pillosu" userId="a6295d4dc9e22643" providerId="LiveId" clId="{87453732-75AC-4426-B5D3-B7C69C2D4F54}" dt="2026-02-03T23:03:04.562" v="375" actId="1036"/>
          <ac:picMkLst>
            <pc:docMk/>
            <pc:sldMk cId="1951859862" sldId="258"/>
            <ac:picMk id="104" creationId="{4A7E3E0A-4EFB-C8A0-5878-87078167166A}"/>
          </ac:picMkLst>
        </pc:picChg>
        <pc:cxnChg chg="mod">
          <ac:chgData name="Fatima Pillosu" userId="a6295d4dc9e22643" providerId="LiveId" clId="{87453732-75AC-4426-B5D3-B7C69C2D4F54}" dt="2026-02-03T23:02:14.903" v="334" actId="1037"/>
          <ac:cxnSpMkLst>
            <pc:docMk/>
            <pc:sldMk cId="1951859862" sldId="258"/>
            <ac:cxnSpMk id="38" creationId="{9F6AB519-E36C-EF81-0A09-5BF6D9AD87EC}"/>
          </ac:cxnSpMkLst>
        </pc:cxnChg>
        <pc:cxnChg chg="mod">
          <ac:chgData name="Fatima Pillosu" userId="a6295d4dc9e22643" providerId="LiveId" clId="{87453732-75AC-4426-B5D3-B7C69C2D4F54}" dt="2026-02-03T23:02:32.164" v="339" actId="1037"/>
          <ac:cxnSpMkLst>
            <pc:docMk/>
            <pc:sldMk cId="1951859862" sldId="258"/>
            <ac:cxnSpMk id="39" creationId="{DC4D9302-7696-805C-F4A4-02A8D330E7AB}"/>
          </ac:cxnSpMkLst>
        </pc:cxnChg>
        <pc:cxnChg chg="mod">
          <ac:chgData name="Fatima Pillosu" userId="a6295d4dc9e22643" providerId="LiveId" clId="{87453732-75AC-4426-B5D3-B7C69C2D4F54}" dt="2026-02-03T23:02:39.408" v="351" actId="1038"/>
          <ac:cxnSpMkLst>
            <pc:docMk/>
            <pc:sldMk cId="1951859862" sldId="258"/>
            <ac:cxnSpMk id="40" creationId="{9F4B0A86-EBBC-47DC-6AC4-35BDDAE97F2F}"/>
          </ac:cxnSpMkLst>
        </pc:cxnChg>
        <pc:cxnChg chg="mod">
          <ac:chgData name="Fatima Pillosu" userId="a6295d4dc9e22643" providerId="LiveId" clId="{87453732-75AC-4426-B5D3-B7C69C2D4F54}" dt="2026-02-03T23:02:45.199" v="362" actId="1037"/>
          <ac:cxnSpMkLst>
            <pc:docMk/>
            <pc:sldMk cId="1951859862" sldId="258"/>
            <ac:cxnSpMk id="41" creationId="{C84CA041-2642-E396-D1BB-53C75CDDDE3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901527"/>
            <a:ext cx="5049361" cy="1917818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2893304"/>
            <a:ext cx="4455319" cy="1329975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16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82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373332"/>
            <a:ext cx="5123617" cy="2291435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3686445"/>
            <a:ext cx="5123617" cy="1205011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69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466416"/>
            <a:ext cx="2524681" cy="349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466416"/>
            <a:ext cx="2524681" cy="3495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13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293285"/>
            <a:ext cx="5123617" cy="10647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350378"/>
            <a:ext cx="2513078" cy="661800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012178"/>
            <a:ext cx="2513078" cy="2959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350378"/>
            <a:ext cx="2525454" cy="661800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012178"/>
            <a:ext cx="2525454" cy="2959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4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378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16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67242"/>
            <a:ext cx="1915942" cy="128534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793141"/>
            <a:ext cx="3007340" cy="391469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652587"/>
            <a:ext cx="1915942" cy="306162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92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67242"/>
            <a:ext cx="1915942" cy="128534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793141"/>
            <a:ext cx="3007340" cy="391469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652587"/>
            <a:ext cx="1915942" cy="306162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07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05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293283"/>
            <a:ext cx="1280904" cy="46683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293283"/>
            <a:ext cx="3768457" cy="46683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38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293285"/>
            <a:ext cx="5123617" cy="106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466416"/>
            <a:ext cx="5123617" cy="3495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105681"/>
            <a:ext cx="1336596" cy="2932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1C505-96F3-4AB3-816F-58D810F2D26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105681"/>
            <a:ext cx="2004893" cy="2932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105681"/>
            <a:ext cx="1336596" cy="2932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0E63B-9EE7-4428-A4B3-FB73DF7BF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14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5">
            <a:extLst>
              <a:ext uri="{FF2B5EF4-FFF2-40B4-BE49-F238E27FC236}">
                <a16:creationId xmlns:a16="http://schemas.microsoft.com/office/drawing/2014/main" id="{3C8C9674-2410-015C-6748-F8FF7A96974A}"/>
              </a:ext>
            </a:extLst>
          </p:cNvPr>
          <p:cNvSpPr txBox="1"/>
          <p:nvPr/>
        </p:nvSpPr>
        <p:spPr>
          <a:xfrm>
            <a:off x="-46666" y="-40664"/>
            <a:ext cx="6889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Empirical Cumulative Distribution Functions (ECDFs) for 24-hourly total precipitation (tp)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7DBD87C-EAD9-FFFC-2DCB-C93185EFF93E}"/>
              </a:ext>
            </a:extLst>
          </p:cNvPr>
          <p:cNvSpPr txBox="1"/>
          <p:nvPr/>
        </p:nvSpPr>
        <p:spPr>
          <a:xfrm>
            <a:off x="3296370" y="159902"/>
            <a:ext cx="19626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ECMWF Reforecast - 46r1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74C1E55-3EDE-EB87-CF29-5783D5D6F998}"/>
              </a:ext>
            </a:extLst>
          </p:cNvPr>
          <p:cNvSpPr txBox="1"/>
          <p:nvPr/>
        </p:nvSpPr>
        <p:spPr>
          <a:xfrm>
            <a:off x="1110368" y="159902"/>
            <a:ext cx="13038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ERA5-EDA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5450518-DBCA-A583-801C-4A82350BA285}"/>
              </a:ext>
            </a:extLst>
          </p:cNvPr>
          <p:cNvSpPr txBox="1"/>
          <p:nvPr/>
        </p:nvSpPr>
        <p:spPr>
          <a:xfrm>
            <a:off x="2325383" y="159902"/>
            <a:ext cx="13038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ERA5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68A95A6-21A4-10CC-5B99-FD57CBECDBCB}"/>
              </a:ext>
            </a:extLst>
          </p:cNvPr>
          <p:cNvSpPr txBox="1"/>
          <p:nvPr/>
        </p:nvSpPr>
        <p:spPr>
          <a:xfrm>
            <a:off x="5166145" y="159902"/>
            <a:ext cx="13038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ERA5 - ecPoint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F6AB519-E36C-EF81-0A09-5BF6D9AD87EC}"/>
              </a:ext>
            </a:extLst>
          </p:cNvPr>
          <p:cNvCxnSpPr>
            <a:cxnSpLocks/>
          </p:cNvCxnSpPr>
          <p:nvPr/>
        </p:nvCxnSpPr>
        <p:spPr>
          <a:xfrm>
            <a:off x="4957015" y="266298"/>
            <a:ext cx="270000" cy="2652"/>
          </a:xfrm>
          <a:prstGeom prst="line">
            <a:avLst/>
          </a:prstGeom>
          <a:ln w="28575">
            <a:solidFill>
              <a:srgbClr val="E25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C4D9302-7696-805C-F4A4-02A8D330E7AB}"/>
              </a:ext>
            </a:extLst>
          </p:cNvPr>
          <p:cNvCxnSpPr>
            <a:cxnSpLocks/>
          </p:cNvCxnSpPr>
          <p:nvPr/>
        </p:nvCxnSpPr>
        <p:spPr>
          <a:xfrm>
            <a:off x="904470" y="266298"/>
            <a:ext cx="270000" cy="2652"/>
          </a:xfrm>
          <a:prstGeom prst="line">
            <a:avLst/>
          </a:prstGeom>
          <a:ln w="28575">
            <a:solidFill>
              <a:srgbClr val="CBE6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F4B0A86-EBBC-47DC-6AC4-35BDDAE97F2F}"/>
              </a:ext>
            </a:extLst>
          </p:cNvPr>
          <p:cNvCxnSpPr>
            <a:cxnSpLocks/>
          </p:cNvCxnSpPr>
          <p:nvPr/>
        </p:nvCxnSpPr>
        <p:spPr>
          <a:xfrm>
            <a:off x="2122565" y="266298"/>
            <a:ext cx="270000" cy="2652"/>
          </a:xfrm>
          <a:prstGeom prst="line">
            <a:avLst/>
          </a:prstGeom>
          <a:ln w="28575">
            <a:solidFill>
              <a:srgbClr val="CDA5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84CA041-2642-E396-D1BB-53C75CDDDE35}"/>
              </a:ext>
            </a:extLst>
          </p:cNvPr>
          <p:cNvCxnSpPr>
            <a:cxnSpLocks/>
          </p:cNvCxnSpPr>
          <p:nvPr/>
        </p:nvCxnSpPr>
        <p:spPr>
          <a:xfrm>
            <a:off x="3096127" y="266298"/>
            <a:ext cx="270000" cy="2652"/>
          </a:xfrm>
          <a:prstGeom prst="line">
            <a:avLst/>
          </a:prstGeom>
          <a:ln w="28575">
            <a:solidFill>
              <a:srgbClr val="6EB0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C1219B3D-55AC-8115-355F-023084355592}"/>
              </a:ext>
            </a:extLst>
          </p:cNvPr>
          <p:cNvSpPr txBox="1"/>
          <p:nvPr/>
        </p:nvSpPr>
        <p:spPr>
          <a:xfrm>
            <a:off x="245369" y="159902"/>
            <a:ext cx="13038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OBS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BE6D9EE-9C77-1F71-1490-9820DA54D7D2}"/>
              </a:ext>
            </a:extLst>
          </p:cNvPr>
          <p:cNvSpPr/>
          <p:nvPr/>
        </p:nvSpPr>
        <p:spPr>
          <a:xfrm>
            <a:off x="142589" y="23162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068D0A-4474-B6B9-4453-3D3C54682ACD}"/>
              </a:ext>
            </a:extLst>
          </p:cNvPr>
          <p:cNvSpPr/>
          <p:nvPr/>
        </p:nvSpPr>
        <p:spPr>
          <a:xfrm>
            <a:off x="5056015" y="231624"/>
            <a:ext cx="72000" cy="72000"/>
          </a:xfrm>
          <a:prstGeom prst="ellipse">
            <a:avLst/>
          </a:prstGeom>
          <a:solidFill>
            <a:srgbClr val="E25660"/>
          </a:solidFill>
          <a:ln>
            <a:solidFill>
              <a:srgbClr val="E256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84A18B1-386A-21ED-5273-485373CC82CE}"/>
              </a:ext>
            </a:extLst>
          </p:cNvPr>
          <p:cNvSpPr/>
          <p:nvPr/>
        </p:nvSpPr>
        <p:spPr>
          <a:xfrm>
            <a:off x="3195127" y="231624"/>
            <a:ext cx="72000" cy="72000"/>
          </a:xfrm>
          <a:prstGeom prst="ellipse">
            <a:avLst/>
          </a:prstGeom>
          <a:solidFill>
            <a:srgbClr val="6EB0C6"/>
          </a:solidFill>
          <a:ln>
            <a:solidFill>
              <a:srgbClr val="6EB0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6776B6D5-31DE-5B39-8EEA-034F32CD9204}"/>
              </a:ext>
            </a:extLst>
          </p:cNvPr>
          <p:cNvSpPr/>
          <p:nvPr/>
        </p:nvSpPr>
        <p:spPr>
          <a:xfrm>
            <a:off x="2221565" y="231624"/>
            <a:ext cx="72000" cy="72000"/>
          </a:xfrm>
          <a:prstGeom prst="ellipse">
            <a:avLst/>
          </a:prstGeom>
          <a:solidFill>
            <a:srgbClr val="CDA590"/>
          </a:solidFill>
          <a:ln>
            <a:solidFill>
              <a:srgbClr val="CDA5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A5C7027-EB23-E397-A431-F93B39C7BE8A}"/>
              </a:ext>
            </a:extLst>
          </p:cNvPr>
          <p:cNvSpPr/>
          <p:nvPr/>
        </p:nvSpPr>
        <p:spPr>
          <a:xfrm>
            <a:off x="1003470" y="231624"/>
            <a:ext cx="72000" cy="72000"/>
          </a:xfrm>
          <a:prstGeom prst="ellipse">
            <a:avLst/>
          </a:prstGeom>
          <a:solidFill>
            <a:srgbClr val="CBE676"/>
          </a:solidFill>
          <a:ln>
            <a:solidFill>
              <a:srgbClr val="CB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DC66287-AF56-5275-B6F8-DEF3CB92A452}"/>
              </a:ext>
            </a:extLst>
          </p:cNvPr>
          <p:cNvCxnSpPr>
            <a:cxnSpLocks/>
          </p:cNvCxnSpPr>
          <p:nvPr/>
        </p:nvCxnSpPr>
        <p:spPr>
          <a:xfrm>
            <a:off x="43589" y="266298"/>
            <a:ext cx="270000" cy="26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8ED86447-72BB-972D-440C-6FCFD7EDDE8E}"/>
              </a:ext>
            </a:extLst>
          </p:cNvPr>
          <p:cNvSpPr txBox="1"/>
          <p:nvPr/>
        </p:nvSpPr>
        <p:spPr>
          <a:xfrm>
            <a:off x="-41639" y="444890"/>
            <a:ext cx="3235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(a) Real ECDF, Flat area</a:t>
            </a:r>
          </a:p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Evansville, Indiana, USA [lat = 38.05, lon = -87.53]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730DB65-9EC0-44B7-3E84-20011639EB5E}"/>
              </a:ext>
            </a:extLst>
          </p:cNvPr>
          <p:cNvSpPr txBox="1"/>
          <p:nvPr/>
        </p:nvSpPr>
        <p:spPr>
          <a:xfrm>
            <a:off x="2940554" y="444890"/>
            <a:ext cx="2567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Real ECDF, Hilly/Mountainous area </a:t>
            </a:r>
          </a:p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Lake District, UK [lat = 54.05, lon = -2.68]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A8053B0-3AFF-6E21-4F40-FA92705F5921}"/>
              </a:ext>
            </a:extLst>
          </p:cNvPr>
          <p:cNvSpPr txBox="1"/>
          <p:nvPr/>
        </p:nvSpPr>
        <p:spPr>
          <a:xfrm>
            <a:off x="-41639" y="3007170"/>
            <a:ext cx="3385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(c) Real ECDF, Very mountainous area </a:t>
            </a:r>
          </a:p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La Paz, Bolivia [lat = -16.52, lon = -68.18]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2694502-B9BD-F1BD-F1DB-95555A1862A9}"/>
              </a:ext>
            </a:extLst>
          </p:cNvPr>
          <p:cNvSpPr txBox="1"/>
          <p:nvPr/>
        </p:nvSpPr>
        <p:spPr>
          <a:xfrm>
            <a:off x="2940554" y="3007170"/>
            <a:ext cx="3405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(d) Real ECDF, Desert </a:t>
            </a:r>
          </a:p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Al Hofuf, Saudi Arabia [lat = 25.30, lon = 49.48]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6DA73639-AE94-FE5C-8DB1-461BF5756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1141"/>
            <a:ext cx="5940425" cy="2227659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4A7E3E0A-4EFB-C8A0-5878-870781671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39858"/>
            <a:ext cx="5940425" cy="2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59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116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11</cp:revision>
  <dcterms:created xsi:type="dcterms:W3CDTF">2024-05-05T14:11:23Z</dcterms:created>
  <dcterms:modified xsi:type="dcterms:W3CDTF">2026-02-03T23:03:42Z</dcterms:modified>
</cp:coreProperties>
</file>