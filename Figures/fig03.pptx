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2" r:id="rId2"/>
    <p:sldId id="257" r:id="rId3"/>
    <p:sldId id="258" r:id="rId4"/>
    <p:sldId id="259" r:id="rId5"/>
    <p:sldId id="260" r:id="rId6"/>
    <p:sldId id="261" r:id="rId7"/>
  </p:sldIdLst>
  <p:sldSz cx="5940425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A300"/>
    <a:srgbClr val="FF0066"/>
    <a:srgbClr val="0000FF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51F425-66D2-4759-ACAD-5E0B0275AB71}" v="57" dt="2026-02-08T23:19:53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7" autoAdjust="0"/>
  </p:normalViewPr>
  <p:slideViewPr>
    <p:cSldViewPr snapToGrid="0">
      <p:cViewPr varScale="1">
        <p:scale>
          <a:sx n="119" d="100"/>
          <a:sy n="119" d="100"/>
        </p:scale>
        <p:origin x="24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addSld modSld sldOrd">
      <pc:chgData name="Fatima Pillosu" userId="a6295d4dc9e22643" providerId="LiveId" clId="{87453732-75AC-4426-B5D3-B7C69C2D4F54}" dt="2026-02-08T23:20:35.959" v="1288" actId="207"/>
      <pc:docMkLst>
        <pc:docMk/>
      </pc:docMkLst>
      <pc:sldChg chg="addSp delSp modSp mod ord">
        <pc:chgData name="Fatima Pillosu" userId="a6295d4dc9e22643" providerId="LiveId" clId="{87453732-75AC-4426-B5D3-B7C69C2D4F54}" dt="2026-02-03T17:44:30.877" v="137" actId="14100"/>
        <pc:sldMkLst>
          <pc:docMk/>
          <pc:sldMk cId="1564045347" sldId="257"/>
        </pc:sldMkLst>
        <pc:spChg chg="mod">
          <ac:chgData name="Fatima Pillosu" userId="a6295d4dc9e22643" providerId="LiveId" clId="{87453732-75AC-4426-B5D3-B7C69C2D4F54}" dt="2026-02-03T17:36:18.686" v="23" actId="207"/>
          <ac:spMkLst>
            <pc:docMk/>
            <pc:sldMk cId="1564045347" sldId="257"/>
            <ac:spMk id="214" creationId="{3801E778-1042-1D2D-9588-FF3E2388BC3B}"/>
          </ac:spMkLst>
        </pc:spChg>
        <pc:spChg chg="mod">
          <ac:chgData name="Fatima Pillosu" userId="a6295d4dc9e22643" providerId="LiveId" clId="{87453732-75AC-4426-B5D3-B7C69C2D4F54}" dt="2026-02-03T17:36:18.686" v="23" actId="207"/>
          <ac:spMkLst>
            <pc:docMk/>
            <pc:sldMk cId="1564045347" sldId="257"/>
            <ac:spMk id="215" creationId="{4F8CCB1E-88E4-1CBC-D86A-A4996B65CF5B}"/>
          </ac:spMkLst>
        </pc:spChg>
        <pc:spChg chg="mod">
          <ac:chgData name="Fatima Pillosu" userId="a6295d4dc9e22643" providerId="LiveId" clId="{87453732-75AC-4426-B5D3-B7C69C2D4F54}" dt="2026-02-03T17:36:18.686" v="23" actId="207"/>
          <ac:spMkLst>
            <pc:docMk/>
            <pc:sldMk cId="1564045347" sldId="257"/>
            <ac:spMk id="216" creationId="{33ACA87E-04C9-15FA-CE1A-6978465570CF}"/>
          </ac:spMkLst>
        </pc:spChg>
        <pc:spChg chg="mod">
          <ac:chgData name="Fatima Pillosu" userId="a6295d4dc9e22643" providerId="LiveId" clId="{87453732-75AC-4426-B5D3-B7C69C2D4F54}" dt="2026-02-03T17:36:18.686" v="23" actId="207"/>
          <ac:spMkLst>
            <pc:docMk/>
            <pc:sldMk cId="1564045347" sldId="257"/>
            <ac:spMk id="217" creationId="{3E242A03-FC76-0D57-DBB1-BD9B115DEE1D}"/>
          </ac:spMkLst>
        </pc:spChg>
        <pc:spChg chg="add mod">
          <ac:chgData name="Fatima Pillosu" userId="a6295d4dc9e22643" providerId="LiveId" clId="{87453732-75AC-4426-B5D3-B7C69C2D4F54}" dt="2026-02-03T17:36:18.686" v="23" actId="207"/>
          <ac:spMkLst>
            <pc:docMk/>
            <pc:sldMk cId="1564045347" sldId="257"/>
            <ac:spMk id="218" creationId="{6718E217-ACEB-0548-025D-F43363F4E0D8}"/>
          </ac:spMkLst>
        </pc:spChg>
        <pc:spChg chg="mod">
          <ac:chgData name="Fatima Pillosu" userId="a6295d4dc9e22643" providerId="LiveId" clId="{87453732-75AC-4426-B5D3-B7C69C2D4F54}" dt="2026-02-03T17:36:30.162" v="24" actId="255"/>
          <ac:spMkLst>
            <pc:docMk/>
            <pc:sldMk cId="1564045347" sldId="257"/>
            <ac:spMk id="229" creationId="{6664CF02-149A-C1E0-DE00-A79E0872657B}"/>
          </ac:spMkLst>
        </pc:spChg>
        <pc:spChg chg="mod">
          <ac:chgData name="Fatima Pillosu" userId="a6295d4dc9e22643" providerId="LiveId" clId="{87453732-75AC-4426-B5D3-B7C69C2D4F54}" dt="2026-02-03T17:36:30.162" v="24" actId="255"/>
          <ac:spMkLst>
            <pc:docMk/>
            <pc:sldMk cId="1564045347" sldId="257"/>
            <ac:spMk id="230" creationId="{6960F27F-7217-48CD-A78A-9AA3C69B5C68}"/>
          </ac:spMkLst>
        </pc:spChg>
        <pc:spChg chg="mod">
          <ac:chgData name="Fatima Pillosu" userId="a6295d4dc9e22643" providerId="LiveId" clId="{87453732-75AC-4426-B5D3-B7C69C2D4F54}" dt="2026-02-03T17:35:56.604" v="20" actId="207"/>
          <ac:spMkLst>
            <pc:docMk/>
            <pc:sldMk cId="1564045347" sldId="257"/>
            <ac:spMk id="231" creationId="{58840A90-4CE4-59AD-615D-42E646943ABA}"/>
          </ac:spMkLst>
        </pc:spChg>
        <pc:spChg chg="mod">
          <ac:chgData name="Fatima Pillosu" userId="a6295d4dc9e22643" providerId="LiveId" clId="{87453732-75AC-4426-B5D3-B7C69C2D4F54}" dt="2026-02-03T17:35:56.604" v="20" actId="207"/>
          <ac:spMkLst>
            <pc:docMk/>
            <pc:sldMk cId="1564045347" sldId="257"/>
            <ac:spMk id="232" creationId="{7F4FF0DF-9A10-C112-603E-82CF4C2D4BB2}"/>
          </ac:spMkLst>
        </pc:spChg>
        <pc:spChg chg="mod">
          <ac:chgData name="Fatima Pillosu" userId="a6295d4dc9e22643" providerId="LiveId" clId="{87453732-75AC-4426-B5D3-B7C69C2D4F54}" dt="2026-02-03T17:36:30.162" v="24" actId="255"/>
          <ac:spMkLst>
            <pc:docMk/>
            <pc:sldMk cId="1564045347" sldId="257"/>
            <ac:spMk id="233" creationId="{AE850F5E-DC5E-CFC2-F738-BCB181993949}"/>
          </ac:spMkLst>
        </pc:spChg>
        <pc:spChg chg="mod">
          <ac:chgData name="Fatima Pillosu" userId="a6295d4dc9e22643" providerId="LiveId" clId="{87453732-75AC-4426-B5D3-B7C69C2D4F54}" dt="2026-02-03T17:36:30.162" v="24" actId="255"/>
          <ac:spMkLst>
            <pc:docMk/>
            <pc:sldMk cId="1564045347" sldId="257"/>
            <ac:spMk id="234" creationId="{0BF6C108-9D53-3C18-727D-B8A6B583E2A4}"/>
          </ac:spMkLst>
        </pc:spChg>
        <pc:spChg chg="mod">
          <ac:chgData name="Fatima Pillosu" userId="a6295d4dc9e22643" providerId="LiveId" clId="{87453732-75AC-4426-B5D3-B7C69C2D4F54}" dt="2026-02-03T17:35:56.604" v="20" actId="207"/>
          <ac:spMkLst>
            <pc:docMk/>
            <pc:sldMk cId="1564045347" sldId="257"/>
            <ac:spMk id="235" creationId="{D498D019-96ED-3FB5-E6BD-15FC72D09E1E}"/>
          </ac:spMkLst>
        </pc:spChg>
        <pc:spChg chg="mod">
          <ac:chgData name="Fatima Pillosu" userId="a6295d4dc9e22643" providerId="LiveId" clId="{87453732-75AC-4426-B5D3-B7C69C2D4F54}" dt="2026-02-03T17:35:56.604" v="20" actId="207"/>
          <ac:spMkLst>
            <pc:docMk/>
            <pc:sldMk cId="1564045347" sldId="257"/>
            <ac:spMk id="236" creationId="{C09A5FEC-1BA6-CAB9-8B9D-E42C5ABC9D2C}"/>
          </ac:spMkLst>
        </pc:spChg>
        <pc:spChg chg="mod">
          <ac:chgData name="Fatima Pillosu" userId="a6295d4dc9e22643" providerId="LiveId" clId="{87453732-75AC-4426-B5D3-B7C69C2D4F54}" dt="2026-02-03T17:36:06.280" v="21" actId="207"/>
          <ac:spMkLst>
            <pc:docMk/>
            <pc:sldMk cId="1564045347" sldId="257"/>
            <ac:spMk id="237" creationId="{2CB97A1A-A474-F845-7629-A2CB5C5C6782}"/>
          </ac:spMkLst>
        </pc:spChg>
        <pc:spChg chg="mod">
          <ac:chgData name="Fatima Pillosu" userId="a6295d4dc9e22643" providerId="LiveId" clId="{87453732-75AC-4426-B5D3-B7C69C2D4F54}" dt="2026-02-03T17:36:06.280" v="21" actId="207"/>
          <ac:spMkLst>
            <pc:docMk/>
            <pc:sldMk cId="1564045347" sldId="257"/>
            <ac:spMk id="238" creationId="{52EA19ED-2D99-2F0F-9A99-4B2C772556ED}"/>
          </ac:spMkLst>
        </pc:spChg>
        <pc:spChg chg="add mod">
          <ac:chgData name="Fatima Pillosu" userId="a6295d4dc9e22643" providerId="LiveId" clId="{87453732-75AC-4426-B5D3-B7C69C2D4F54}" dt="2026-02-03T17:36:06.280" v="21" actId="207"/>
          <ac:spMkLst>
            <pc:docMk/>
            <pc:sldMk cId="1564045347" sldId="257"/>
            <ac:spMk id="241" creationId="{9D348241-05BB-0509-7E30-E0456B81780A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243" creationId="{97AF1A57-A62D-90E7-A562-7D82C2A66955}"/>
          </ac:spMkLst>
        </pc:spChg>
        <pc:spChg chg="mod">
          <ac:chgData name="Fatima Pillosu" userId="a6295d4dc9e22643" providerId="LiveId" clId="{87453732-75AC-4426-B5D3-B7C69C2D4F54}" dt="2026-02-03T17:36:06.280" v="21" actId="207"/>
          <ac:spMkLst>
            <pc:docMk/>
            <pc:sldMk cId="1564045347" sldId="257"/>
            <ac:spMk id="255" creationId="{0C3FAAC3-0625-D53C-6BAD-3E22C028E68B}"/>
          </ac:spMkLst>
        </pc:spChg>
        <pc:spChg chg="add mod">
          <ac:chgData name="Fatima Pillosu" userId="a6295d4dc9e22643" providerId="LiveId" clId="{87453732-75AC-4426-B5D3-B7C69C2D4F54}" dt="2026-02-03T17:35:56.604" v="20" actId="207"/>
          <ac:spMkLst>
            <pc:docMk/>
            <pc:sldMk cId="1564045347" sldId="257"/>
            <ac:spMk id="256" creationId="{D197C124-5402-B0D4-6095-3D981D2EBA45}"/>
          </ac:spMkLst>
        </pc:spChg>
        <pc:spChg chg="mod">
          <ac:chgData name="Fatima Pillosu" userId="a6295d4dc9e22643" providerId="LiveId" clId="{87453732-75AC-4426-B5D3-B7C69C2D4F54}" dt="2026-02-03T17:35:56.604" v="20" actId="207"/>
          <ac:spMkLst>
            <pc:docMk/>
            <pc:sldMk cId="1564045347" sldId="257"/>
            <ac:spMk id="257" creationId="{53A80483-CC55-4711-C5DB-2010474BAF4A}"/>
          </ac:spMkLst>
        </pc:spChg>
        <pc:spChg chg="mod">
          <ac:chgData name="Fatima Pillosu" userId="a6295d4dc9e22643" providerId="LiveId" clId="{87453732-75AC-4426-B5D3-B7C69C2D4F54}" dt="2026-02-03T17:35:56.604" v="20" actId="207"/>
          <ac:spMkLst>
            <pc:docMk/>
            <pc:sldMk cId="1564045347" sldId="257"/>
            <ac:spMk id="258" creationId="{E2069CE2-923C-C14C-911D-0BFFF995DD28}"/>
          </ac:spMkLst>
        </pc:spChg>
        <pc:spChg chg="mod">
          <ac:chgData name="Fatima Pillosu" userId="a6295d4dc9e22643" providerId="LiveId" clId="{87453732-75AC-4426-B5D3-B7C69C2D4F54}" dt="2026-02-03T17:36:06.280" v="21" actId="207"/>
          <ac:spMkLst>
            <pc:docMk/>
            <pc:sldMk cId="1564045347" sldId="257"/>
            <ac:spMk id="261" creationId="{625B4F07-46EC-359D-8975-94D6270D20C5}"/>
          </ac:spMkLst>
        </pc:spChg>
        <pc:spChg chg="mod">
          <ac:chgData name="Fatima Pillosu" userId="a6295d4dc9e22643" providerId="LiveId" clId="{87453732-75AC-4426-B5D3-B7C69C2D4F54}" dt="2026-02-03T17:36:06.280" v="21" actId="207"/>
          <ac:spMkLst>
            <pc:docMk/>
            <pc:sldMk cId="1564045347" sldId="257"/>
            <ac:spMk id="262" creationId="{7077F855-6D43-DE4A-6B23-B80779333C68}"/>
          </ac:spMkLst>
        </pc:spChg>
        <pc:spChg chg="mod">
          <ac:chgData name="Fatima Pillosu" userId="a6295d4dc9e22643" providerId="LiveId" clId="{87453732-75AC-4426-B5D3-B7C69C2D4F54}" dt="2026-02-03T17:36:30.162" v="24" actId="255"/>
          <ac:spMkLst>
            <pc:docMk/>
            <pc:sldMk cId="1564045347" sldId="257"/>
            <ac:spMk id="264" creationId="{FCEB7652-59DA-B89E-5B24-D7DEECF1D901}"/>
          </ac:spMkLst>
        </pc:spChg>
        <pc:spChg chg="mod">
          <ac:chgData name="Fatima Pillosu" userId="a6295d4dc9e22643" providerId="LiveId" clId="{87453732-75AC-4426-B5D3-B7C69C2D4F54}" dt="2026-02-03T17:36:30.162" v="24" actId="255"/>
          <ac:spMkLst>
            <pc:docMk/>
            <pc:sldMk cId="1564045347" sldId="257"/>
            <ac:spMk id="265" creationId="{58F4B21F-4A7E-6358-0B3B-C5AE60C738ED}"/>
          </ac:spMkLst>
        </pc:spChg>
        <pc:spChg chg="mod">
          <ac:chgData name="Fatima Pillosu" userId="a6295d4dc9e22643" providerId="LiveId" clId="{87453732-75AC-4426-B5D3-B7C69C2D4F54}" dt="2026-02-03T17:36:06.280" v="21" actId="207"/>
          <ac:spMkLst>
            <pc:docMk/>
            <pc:sldMk cId="1564045347" sldId="257"/>
            <ac:spMk id="266" creationId="{43C7B347-FDFC-71B7-29EF-A7D15714FD58}"/>
          </ac:spMkLst>
        </pc:spChg>
        <pc:spChg chg="mod">
          <ac:chgData name="Fatima Pillosu" userId="a6295d4dc9e22643" providerId="LiveId" clId="{87453732-75AC-4426-B5D3-B7C69C2D4F54}" dt="2026-02-03T17:36:06.280" v="21" actId="207"/>
          <ac:spMkLst>
            <pc:docMk/>
            <pc:sldMk cId="1564045347" sldId="257"/>
            <ac:spMk id="267" creationId="{77C242EB-996E-CDC5-CF13-B334906E9464}"/>
          </ac:spMkLst>
        </pc:spChg>
        <pc:spChg chg="mod">
          <ac:chgData name="Fatima Pillosu" userId="a6295d4dc9e22643" providerId="LiveId" clId="{87453732-75AC-4426-B5D3-B7C69C2D4F54}" dt="2026-02-03T17:35:38.651" v="19" actId="555"/>
          <ac:spMkLst>
            <pc:docMk/>
            <pc:sldMk cId="1564045347" sldId="257"/>
            <ac:spMk id="268" creationId="{9985A57B-2C3C-CC93-1C24-5ADA4A1BF03E}"/>
          </ac:spMkLst>
        </pc:spChg>
        <pc:spChg chg="mod">
          <ac:chgData name="Fatima Pillosu" userId="a6295d4dc9e22643" providerId="LiveId" clId="{87453732-75AC-4426-B5D3-B7C69C2D4F54}" dt="2026-02-03T17:36:30.162" v="24" actId="255"/>
          <ac:spMkLst>
            <pc:docMk/>
            <pc:sldMk cId="1564045347" sldId="257"/>
            <ac:spMk id="269" creationId="{CE6B8D1B-E5B6-A929-36D3-A1AB57DACA5A}"/>
          </ac:spMkLst>
        </pc:spChg>
        <pc:spChg chg="mod">
          <ac:chgData name="Fatima Pillosu" userId="a6295d4dc9e22643" providerId="LiveId" clId="{87453732-75AC-4426-B5D3-B7C69C2D4F54}" dt="2026-02-03T17:35:02.065" v="10" actId="1076"/>
          <ac:spMkLst>
            <pc:docMk/>
            <pc:sldMk cId="1564045347" sldId="257"/>
            <ac:spMk id="271" creationId="{93D7E50A-8B03-052B-1EE2-295359D06E94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279" creationId="{9E15CD34-1925-8AB3-83E4-17F16A40AFCB}"/>
          </ac:spMkLst>
        </pc:spChg>
        <pc:spChg chg="mod">
          <ac:chgData name="Fatima Pillosu" userId="a6295d4dc9e22643" providerId="LiveId" clId="{87453732-75AC-4426-B5D3-B7C69C2D4F54}" dt="2026-02-03T17:35:10.481" v="11" actId="207"/>
          <ac:spMkLst>
            <pc:docMk/>
            <pc:sldMk cId="1564045347" sldId="257"/>
            <ac:spMk id="282" creationId="{6238931B-A656-3478-367B-5DC959A286CE}"/>
          </ac:spMkLst>
        </pc:spChg>
        <pc:spChg chg="mod">
          <ac:chgData name="Fatima Pillosu" userId="a6295d4dc9e22643" providerId="LiveId" clId="{87453732-75AC-4426-B5D3-B7C69C2D4F54}" dt="2026-02-03T17:36:57.222" v="30" actId="255"/>
          <ac:spMkLst>
            <pc:docMk/>
            <pc:sldMk cId="1564045347" sldId="257"/>
            <ac:spMk id="288" creationId="{F9D80787-8933-BCDA-17D0-CC34AB69D279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289" creationId="{34D8F273-6B88-1F6F-CB3E-F010E31F69E2}"/>
          </ac:spMkLst>
        </pc:spChg>
        <pc:spChg chg="mod">
          <ac:chgData name="Fatima Pillosu" userId="a6295d4dc9e22643" providerId="LiveId" clId="{87453732-75AC-4426-B5D3-B7C69C2D4F54}" dt="2026-02-03T17:36:45.843" v="27" actId="207"/>
          <ac:spMkLst>
            <pc:docMk/>
            <pc:sldMk cId="1564045347" sldId="257"/>
            <ac:spMk id="290" creationId="{E854FF54-F135-00D5-20D0-CBF59FDD730F}"/>
          </ac:spMkLst>
        </pc:spChg>
        <pc:spChg chg="mod">
          <ac:chgData name="Fatima Pillosu" userId="a6295d4dc9e22643" providerId="LiveId" clId="{87453732-75AC-4426-B5D3-B7C69C2D4F54}" dt="2026-02-03T17:37:09.501" v="31" actId="1076"/>
          <ac:spMkLst>
            <pc:docMk/>
            <pc:sldMk cId="1564045347" sldId="257"/>
            <ac:spMk id="291" creationId="{851010F7-C852-6943-5C2D-4F462D1483EB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293" creationId="{FB1DE1FF-1195-2248-31B3-B2A61E0F0278}"/>
          </ac:spMkLst>
        </pc:spChg>
        <pc:spChg chg="mod">
          <ac:chgData name="Fatima Pillosu" userId="a6295d4dc9e22643" providerId="LiveId" clId="{87453732-75AC-4426-B5D3-B7C69C2D4F54}" dt="2026-02-03T17:36:48.922" v="28" actId="207"/>
          <ac:spMkLst>
            <pc:docMk/>
            <pc:sldMk cId="1564045347" sldId="257"/>
            <ac:spMk id="295" creationId="{CF3EFA02-1888-2A0D-B6A2-13D5C73A26C9}"/>
          </ac:spMkLst>
        </pc:spChg>
        <pc:spChg chg="mod">
          <ac:chgData name="Fatima Pillosu" userId="a6295d4dc9e22643" providerId="LiveId" clId="{87453732-75AC-4426-B5D3-B7C69C2D4F54}" dt="2026-02-03T17:44:27.025" v="136" actId="1035"/>
          <ac:spMkLst>
            <pc:docMk/>
            <pc:sldMk cId="1564045347" sldId="257"/>
            <ac:spMk id="296" creationId="{E3D8F40F-4C18-D33E-2E91-D2B59FBE9149}"/>
          </ac:spMkLst>
        </pc:spChg>
        <pc:spChg chg="mod">
          <ac:chgData name="Fatima Pillosu" userId="a6295d4dc9e22643" providerId="LiveId" clId="{87453732-75AC-4426-B5D3-B7C69C2D4F54}" dt="2026-02-03T17:37:13.968" v="32" actId="1076"/>
          <ac:spMkLst>
            <pc:docMk/>
            <pc:sldMk cId="1564045347" sldId="257"/>
            <ac:spMk id="297" creationId="{B20CF3B4-062E-2B20-D8CC-0947363FE49F}"/>
          </ac:spMkLst>
        </pc:spChg>
        <pc:spChg chg="mod">
          <ac:chgData name="Fatima Pillosu" userId="a6295d4dc9e22643" providerId="LiveId" clId="{87453732-75AC-4426-B5D3-B7C69C2D4F54}" dt="2026-02-03T17:44:30.877" v="137" actId="14100"/>
          <ac:spMkLst>
            <pc:docMk/>
            <pc:sldMk cId="1564045347" sldId="257"/>
            <ac:spMk id="298" creationId="{676F5C26-663F-E6BB-FE9C-99AA181419C6}"/>
          </ac:spMkLst>
        </pc:spChg>
        <pc:spChg chg="mod">
          <ac:chgData name="Fatima Pillosu" userId="a6295d4dc9e22643" providerId="LiveId" clId="{87453732-75AC-4426-B5D3-B7C69C2D4F54}" dt="2026-02-03T17:36:10.633" v="22" actId="255"/>
          <ac:spMkLst>
            <pc:docMk/>
            <pc:sldMk cId="1564045347" sldId="257"/>
            <ac:spMk id="299" creationId="{55042497-F896-DCD8-E0CC-597C80103CC1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300" creationId="{238738B0-F66B-9337-17BB-B8DF98E11787}"/>
          </ac:spMkLst>
        </pc:spChg>
        <pc:spChg chg="mod">
          <ac:chgData name="Fatima Pillosu" userId="a6295d4dc9e22643" providerId="LiveId" clId="{87453732-75AC-4426-B5D3-B7C69C2D4F54}" dt="2026-02-03T17:36:30.162" v="24" actId="255"/>
          <ac:spMkLst>
            <pc:docMk/>
            <pc:sldMk cId="1564045347" sldId="257"/>
            <ac:spMk id="302" creationId="{85DAAFE0-B773-CD9B-2D81-C78971B812E6}"/>
          </ac:spMkLst>
        </pc:spChg>
        <pc:spChg chg="add mod">
          <ac:chgData name="Fatima Pillosu" userId="a6295d4dc9e22643" providerId="LiveId" clId="{87453732-75AC-4426-B5D3-B7C69C2D4F54}" dt="2026-02-03T17:14:05.011" v="1"/>
          <ac:spMkLst>
            <pc:docMk/>
            <pc:sldMk cId="1564045347" sldId="257"/>
            <ac:spMk id="304" creationId="{C331E31D-AA58-074F-8DB2-C07A80088ECD}"/>
          </ac:spMkLst>
        </pc:spChg>
        <pc:spChg chg="mod">
          <ac:chgData name="Fatima Pillosu" userId="a6295d4dc9e22643" providerId="LiveId" clId="{87453732-75AC-4426-B5D3-B7C69C2D4F54}" dt="2026-02-03T17:36:18.686" v="23" actId="207"/>
          <ac:spMkLst>
            <pc:docMk/>
            <pc:sldMk cId="1564045347" sldId="257"/>
            <ac:spMk id="308" creationId="{591900DA-D706-1947-F6C7-19E81C533DE9}"/>
          </ac:spMkLst>
        </pc:spChg>
        <pc:spChg chg="add mod">
          <ac:chgData name="Fatima Pillosu" userId="a6295d4dc9e22643" providerId="LiveId" clId="{87453732-75AC-4426-B5D3-B7C69C2D4F54}" dt="2026-02-03T17:36:18.686" v="23" actId="207"/>
          <ac:spMkLst>
            <pc:docMk/>
            <pc:sldMk cId="1564045347" sldId="257"/>
            <ac:spMk id="310" creationId="{D410F8FC-FD7E-B965-43C0-C073BA38FDEA}"/>
          </ac:spMkLst>
        </pc:spChg>
        <pc:spChg chg="mod">
          <ac:chgData name="Fatima Pillosu" userId="a6295d4dc9e22643" providerId="LiveId" clId="{87453732-75AC-4426-B5D3-B7C69C2D4F54}" dt="2026-02-03T17:36:30.162" v="24" actId="255"/>
          <ac:spMkLst>
            <pc:docMk/>
            <pc:sldMk cId="1564045347" sldId="257"/>
            <ac:spMk id="315" creationId="{0EEBD1D0-5D96-AB50-8217-811D1E099C2B}"/>
          </ac:spMkLst>
        </pc:spChg>
      </pc:sldChg>
      <pc:sldChg chg="addSp delSp modSp new mod">
        <pc:chgData name="Fatima Pillosu" userId="a6295d4dc9e22643" providerId="LiveId" clId="{87453732-75AC-4426-B5D3-B7C69C2D4F54}" dt="2026-02-03T20:44:41.896" v="347" actId="478"/>
        <pc:sldMkLst>
          <pc:docMk/>
          <pc:sldMk cId="3737545107" sldId="258"/>
        </pc:sldMkLst>
        <pc:spChg chg="add mod">
          <ac:chgData name="Fatima Pillosu" userId="a6295d4dc9e22643" providerId="LiveId" clId="{87453732-75AC-4426-B5D3-B7C69C2D4F54}" dt="2026-02-03T17:39:01.090" v="45" actId="1076"/>
          <ac:spMkLst>
            <pc:docMk/>
            <pc:sldMk cId="3737545107" sldId="258"/>
            <ac:spMk id="8" creationId="{42B56C3C-FE51-401A-2B90-615BCEC95315}"/>
          </ac:spMkLst>
        </pc:spChg>
        <pc:spChg chg="add mod ord">
          <ac:chgData name="Fatima Pillosu" userId="a6295d4dc9e22643" providerId="LiveId" clId="{87453732-75AC-4426-B5D3-B7C69C2D4F54}" dt="2026-02-03T17:43:11.112" v="93" actId="166"/>
          <ac:spMkLst>
            <pc:docMk/>
            <pc:sldMk cId="3737545107" sldId="258"/>
            <ac:spMk id="9" creationId="{4E4ACD13-75EA-6CCC-78EE-8D8A1A9D8C8E}"/>
          </ac:spMkLst>
        </pc:spChg>
        <pc:spChg chg="add mod ord">
          <ac:chgData name="Fatima Pillosu" userId="a6295d4dc9e22643" providerId="LiveId" clId="{87453732-75AC-4426-B5D3-B7C69C2D4F54}" dt="2026-02-03T17:43:00.122" v="91" actId="167"/>
          <ac:spMkLst>
            <pc:docMk/>
            <pc:sldMk cId="3737545107" sldId="258"/>
            <ac:spMk id="15" creationId="{CA9143DF-02BC-6F03-7696-4072FF213586}"/>
          </ac:spMkLst>
        </pc:spChg>
        <pc:spChg chg="add mod ord">
          <ac:chgData name="Fatima Pillosu" userId="a6295d4dc9e22643" providerId="LiveId" clId="{87453732-75AC-4426-B5D3-B7C69C2D4F54}" dt="2026-02-03T20:43:40.692" v="333" actId="208"/>
          <ac:spMkLst>
            <pc:docMk/>
            <pc:sldMk cId="3737545107" sldId="258"/>
            <ac:spMk id="17" creationId="{C3E177EF-C5AE-8CDA-6025-55986A51DDFF}"/>
          </ac:spMkLst>
        </pc:spChg>
        <pc:spChg chg="add mod">
          <ac:chgData name="Fatima Pillosu" userId="a6295d4dc9e22643" providerId="LiveId" clId="{87453732-75AC-4426-B5D3-B7C69C2D4F54}" dt="2026-02-03T20:41:27.294" v="299" actId="1076"/>
          <ac:spMkLst>
            <pc:docMk/>
            <pc:sldMk cId="3737545107" sldId="258"/>
            <ac:spMk id="19" creationId="{3EE35945-C90E-AC2A-B0C2-FE2A50F952BE}"/>
          </ac:spMkLst>
        </pc:spChg>
        <pc:spChg chg="add mod">
          <ac:chgData name="Fatima Pillosu" userId="a6295d4dc9e22643" providerId="LiveId" clId="{87453732-75AC-4426-B5D3-B7C69C2D4F54}" dt="2026-02-03T20:41:27.294" v="299" actId="1076"/>
          <ac:spMkLst>
            <pc:docMk/>
            <pc:sldMk cId="3737545107" sldId="258"/>
            <ac:spMk id="20" creationId="{6F026E71-3CA4-16A2-CB7A-B7D169FECEA4}"/>
          </ac:spMkLst>
        </pc:spChg>
        <pc:spChg chg="add mod">
          <ac:chgData name="Fatima Pillosu" userId="a6295d4dc9e22643" providerId="LiveId" clId="{87453732-75AC-4426-B5D3-B7C69C2D4F54}" dt="2026-02-03T20:41:27.294" v="299" actId="1076"/>
          <ac:spMkLst>
            <pc:docMk/>
            <pc:sldMk cId="3737545107" sldId="258"/>
            <ac:spMk id="21" creationId="{48D36354-787D-674B-5BB5-8ADFA9386468}"/>
          </ac:spMkLst>
        </pc:spChg>
        <pc:spChg chg="add mod">
          <ac:chgData name="Fatima Pillosu" userId="a6295d4dc9e22643" providerId="LiveId" clId="{87453732-75AC-4426-B5D3-B7C69C2D4F54}" dt="2026-02-03T20:41:27.294" v="299" actId="1076"/>
          <ac:spMkLst>
            <pc:docMk/>
            <pc:sldMk cId="3737545107" sldId="258"/>
            <ac:spMk id="23" creationId="{90BCE085-85A2-FAE1-4655-C44D3381950D}"/>
          </ac:spMkLst>
        </pc:spChg>
        <pc:spChg chg="add mod">
          <ac:chgData name="Fatima Pillosu" userId="a6295d4dc9e22643" providerId="LiveId" clId="{87453732-75AC-4426-B5D3-B7C69C2D4F54}" dt="2026-02-03T20:41:27.294" v="299" actId="1076"/>
          <ac:spMkLst>
            <pc:docMk/>
            <pc:sldMk cId="3737545107" sldId="258"/>
            <ac:spMk id="24" creationId="{2FD9FD4D-45C0-9A7C-31CB-F62D9EDDF709}"/>
          </ac:spMkLst>
        </pc:spChg>
        <pc:spChg chg="add mod">
          <ac:chgData name="Fatima Pillosu" userId="a6295d4dc9e22643" providerId="LiveId" clId="{87453732-75AC-4426-B5D3-B7C69C2D4F54}" dt="2026-02-03T20:41:27.294" v="299" actId="1076"/>
          <ac:spMkLst>
            <pc:docMk/>
            <pc:sldMk cId="3737545107" sldId="258"/>
            <ac:spMk id="25" creationId="{82BD6DC5-5299-5282-3BB9-17F0FD2F6E0D}"/>
          </ac:spMkLst>
        </pc:spChg>
        <pc:spChg chg="add mod">
          <ac:chgData name="Fatima Pillosu" userId="a6295d4dc9e22643" providerId="LiveId" clId="{87453732-75AC-4426-B5D3-B7C69C2D4F54}" dt="2026-02-03T20:41:27.294" v="299" actId="1076"/>
          <ac:spMkLst>
            <pc:docMk/>
            <pc:sldMk cId="3737545107" sldId="258"/>
            <ac:spMk id="26" creationId="{14E3FC7F-4DA1-77C4-14CC-063DCF86B6A2}"/>
          </ac:spMkLst>
        </pc:spChg>
        <pc:spChg chg="add mod">
          <ac:chgData name="Fatima Pillosu" userId="a6295d4dc9e22643" providerId="LiveId" clId="{87453732-75AC-4426-B5D3-B7C69C2D4F54}" dt="2026-02-03T20:41:27.294" v="299" actId="1076"/>
          <ac:spMkLst>
            <pc:docMk/>
            <pc:sldMk cId="3737545107" sldId="258"/>
            <ac:spMk id="27" creationId="{8DE5366C-1A5B-04F0-2954-0E3C0BD49794}"/>
          </ac:spMkLst>
        </pc:spChg>
        <pc:spChg chg="add mod">
          <ac:chgData name="Fatima Pillosu" userId="a6295d4dc9e22643" providerId="LiveId" clId="{87453732-75AC-4426-B5D3-B7C69C2D4F54}" dt="2026-02-03T20:41:27.294" v="299" actId="1076"/>
          <ac:spMkLst>
            <pc:docMk/>
            <pc:sldMk cId="3737545107" sldId="258"/>
            <ac:spMk id="28" creationId="{8B228606-DFFA-2181-A561-8E17D93E6525}"/>
          </ac:spMkLst>
        </pc:spChg>
        <pc:spChg chg="add mod">
          <ac:chgData name="Fatima Pillosu" userId="a6295d4dc9e22643" providerId="LiveId" clId="{87453732-75AC-4426-B5D3-B7C69C2D4F54}" dt="2026-02-03T20:41:27.294" v="299" actId="1076"/>
          <ac:spMkLst>
            <pc:docMk/>
            <pc:sldMk cId="3737545107" sldId="258"/>
            <ac:spMk id="29" creationId="{6064294F-A050-8127-6AA5-41126DC6E2BB}"/>
          </ac:spMkLst>
        </pc:spChg>
        <pc:spChg chg="mod">
          <ac:chgData name="Fatima Pillosu" userId="a6295d4dc9e22643" providerId="LiveId" clId="{87453732-75AC-4426-B5D3-B7C69C2D4F54}" dt="2026-02-03T20:42:53.067" v="328" actId="207"/>
          <ac:spMkLst>
            <pc:docMk/>
            <pc:sldMk cId="3737545107" sldId="258"/>
            <ac:spMk id="30" creationId="{545AB285-8EBC-FE05-AAD9-83C6EAD202C0}"/>
          </ac:spMkLst>
        </pc:spChg>
        <pc:picChg chg="add mod ord">
          <ac:chgData name="Fatima Pillosu" userId="a6295d4dc9e22643" providerId="LiveId" clId="{87453732-75AC-4426-B5D3-B7C69C2D4F54}" dt="2026-02-03T20:44:37.883" v="346" actId="167"/>
          <ac:picMkLst>
            <pc:docMk/>
            <pc:sldMk cId="3737545107" sldId="258"/>
            <ac:picMk id="31" creationId="{9EEDCB38-5BDB-C70C-8B62-69A63EABED87}"/>
          </ac:picMkLst>
        </pc:picChg>
        <pc:cxnChg chg="add mod">
          <ac:chgData name="Fatima Pillosu" userId="a6295d4dc9e22643" providerId="LiveId" clId="{87453732-75AC-4426-B5D3-B7C69C2D4F54}" dt="2026-02-03T20:43:40.692" v="333" actId="208"/>
          <ac:cxnSpMkLst>
            <pc:docMk/>
            <pc:sldMk cId="3737545107" sldId="258"/>
            <ac:cxnSpMk id="5" creationId="{65808E78-F2D3-135A-57BE-C3300C8954D8}"/>
          </ac:cxnSpMkLst>
        </pc:cxnChg>
        <pc:cxnChg chg="add mod">
          <ac:chgData name="Fatima Pillosu" userId="a6295d4dc9e22643" providerId="LiveId" clId="{87453732-75AC-4426-B5D3-B7C69C2D4F54}" dt="2026-02-03T20:43:40.692" v="333" actId="208"/>
          <ac:cxnSpMkLst>
            <pc:docMk/>
            <pc:sldMk cId="3737545107" sldId="258"/>
            <ac:cxnSpMk id="6" creationId="{CC054569-F8CD-8520-86A2-444D005E1C61}"/>
          </ac:cxnSpMkLst>
        </pc:cxnChg>
        <pc:cxnChg chg="add mod">
          <ac:chgData name="Fatima Pillosu" userId="a6295d4dc9e22643" providerId="LiveId" clId="{87453732-75AC-4426-B5D3-B7C69C2D4F54}" dt="2026-02-03T20:43:40.692" v="333" actId="208"/>
          <ac:cxnSpMkLst>
            <pc:docMk/>
            <pc:sldMk cId="3737545107" sldId="258"/>
            <ac:cxnSpMk id="7" creationId="{A797FBA3-75A3-B14D-C913-74266AC55AD6}"/>
          </ac:cxnSpMkLst>
        </pc:cxnChg>
        <pc:cxnChg chg="add mod">
          <ac:chgData name="Fatima Pillosu" userId="a6295d4dc9e22643" providerId="LiveId" clId="{87453732-75AC-4426-B5D3-B7C69C2D4F54}" dt="2026-02-03T17:39:01.090" v="45" actId="1076"/>
          <ac:cxnSpMkLst>
            <pc:docMk/>
            <pc:sldMk cId="3737545107" sldId="258"/>
            <ac:cxnSpMk id="10" creationId="{2F3945ED-674D-A713-5D04-5A7F7CEC04E1}"/>
          </ac:cxnSpMkLst>
        </pc:cxnChg>
        <pc:cxnChg chg="add mod">
          <ac:chgData name="Fatima Pillosu" userId="a6295d4dc9e22643" providerId="LiveId" clId="{87453732-75AC-4426-B5D3-B7C69C2D4F54}" dt="2026-02-03T17:39:01.090" v="45" actId="1076"/>
          <ac:cxnSpMkLst>
            <pc:docMk/>
            <pc:sldMk cId="3737545107" sldId="258"/>
            <ac:cxnSpMk id="11" creationId="{E55276F8-7FA0-88A4-9CFD-C4F991DDA3BD}"/>
          </ac:cxnSpMkLst>
        </pc:cxnChg>
        <pc:cxnChg chg="add mod">
          <ac:chgData name="Fatima Pillosu" userId="a6295d4dc9e22643" providerId="LiveId" clId="{87453732-75AC-4426-B5D3-B7C69C2D4F54}" dt="2026-02-03T17:37:54.994" v="35"/>
          <ac:cxnSpMkLst>
            <pc:docMk/>
            <pc:sldMk cId="3737545107" sldId="258"/>
            <ac:cxnSpMk id="12" creationId="{C4DC18DB-AAD2-B3D5-1845-303D8CBD00F7}"/>
          </ac:cxnSpMkLst>
        </pc:cxnChg>
        <pc:cxnChg chg="add mod">
          <ac:chgData name="Fatima Pillosu" userId="a6295d4dc9e22643" providerId="LiveId" clId="{87453732-75AC-4426-B5D3-B7C69C2D4F54}" dt="2026-02-03T17:39:01.090" v="45" actId="1076"/>
          <ac:cxnSpMkLst>
            <pc:docMk/>
            <pc:sldMk cId="3737545107" sldId="258"/>
            <ac:cxnSpMk id="14" creationId="{D2ACC373-7B47-E7FD-969A-7BC282DDDE43}"/>
          </ac:cxnSpMkLst>
        </pc:cxnChg>
      </pc:sldChg>
      <pc:sldChg chg="addSp delSp modSp add mod">
        <pc:chgData name="Fatima Pillosu" userId="a6295d4dc9e22643" providerId="LiveId" clId="{87453732-75AC-4426-B5D3-B7C69C2D4F54}" dt="2026-02-03T20:48:00.347" v="673" actId="207"/>
        <pc:sldMkLst>
          <pc:docMk/>
          <pc:sldMk cId="3420742301" sldId="259"/>
        </pc:sldMkLst>
        <pc:spChg chg="add mod">
          <ac:chgData name="Fatima Pillosu" userId="a6295d4dc9e22643" providerId="LiveId" clId="{87453732-75AC-4426-B5D3-B7C69C2D4F54}" dt="2026-02-03T20:41:34.098" v="300" actId="1076"/>
          <ac:spMkLst>
            <pc:docMk/>
            <pc:sldMk cId="3420742301" sldId="259"/>
            <ac:spMk id="2" creationId="{53C4E5DA-48E2-2E3F-E285-388C08B6FDC3}"/>
          </ac:spMkLst>
        </pc:spChg>
        <pc:spChg chg="add mod">
          <ac:chgData name="Fatima Pillosu" userId="a6295d4dc9e22643" providerId="LiveId" clId="{87453732-75AC-4426-B5D3-B7C69C2D4F54}" dt="2026-02-03T20:45:20.651" v="351" actId="208"/>
          <ac:spMkLst>
            <pc:docMk/>
            <pc:sldMk cId="3420742301" sldId="259"/>
            <ac:spMk id="21" creationId="{77DDEEDE-728E-89FE-BA57-EFD0D27E7FA9}"/>
          </ac:spMkLst>
        </pc:spChg>
        <pc:spChg chg="add mod">
          <ac:chgData name="Fatima Pillosu" userId="a6295d4dc9e22643" providerId="LiveId" clId="{87453732-75AC-4426-B5D3-B7C69C2D4F54}" dt="2026-02-03T20:41:34.098" v="300" actId="1076"/>
          <ac:spMkLst>
            <pc:docMk/>
            <pc:sldMk cId="3420742301" sldId="259"/>
            <ac:spMk id="22" creationId="{4207DF2C-CE70-7DC6-69CF-766D7FA2D68C}"/>
          </ac:spMkLst>
        </pc:spChg>
        <pc:spChg chg="add mod">
          <ac:chgData name="Fatima Pillosu" userId="a6295d4dc9e22643" providerId="LiveId" clId="{87453732-75AC-4426-B5D3-B7C69C2D4F54}" dt="2026-02-03T20:41:34.098" v="300" actId="1076"/>
          <ac:spMkLst>
            <pc:docMk/>
            <pc:sldMk cId="3420742301" sldId="259"/>
            <ac:spMk id="23" creationId="{E9E53F9E-B2AD-5D40-8480-889A3561478D}"/>
          </ac:spMkLst>
        </pc:spChg>
        <pc:spChg chg="add mod">
          <ac:chgData name="Fatima Pillosu" userId="a6295d4dc9e22643" providerId="LiveId" clId="{87453732-75AC-4426-B5D3-B7C69C2D4F54}" dt="2026-02-03T20:46:29.856" v="369" actId="465"/>
          <ac:spMkLst>
            <pc:docMk/>
            <pc:sldMk cId="3420742301" sldId="259"/>
            <ac:spMk id="39" creationId="{A8E7C094-9185-E359-5EF7-46A20A49DC2A}"/>
          </ac:spMkLst>
        </pc:spChg>
        <pc:spChg chg="add mod">
          <ac:chgData name="Fatima Pillosu" userId="a6295d4dc9e22643" providerId="LiveId" clId="{87453732-75AC-4426-B5D3-B7C69C2D4F54}" dt="2026-02-03T20:48:00.347" v="673" actId="207"/>
          <ac:spMkLst>
            <pc:docMk/>
            <pc:sldMk cId="3420742301" sldId="259"/>
            <ac:spMk id="40" creationId="{6D8A5120-4443-5936-023C-3EF68ED2AD38}"/>
          </ac:spMkLst>
        </pc:spChg>
        <pc:spChg chg="add mod">
          <ac:chgData name="Fatima Pillosu" userId="a6295d4dc9e22643" providerId="LiveId" clId="{87453732-75AC-4426-B5D3-B7C69C2D4F54}" dt="2026-02-03T20:48:00.347" v="673" actId="207"/>
          <ac:spMkLst>
            <pc:docMk/>
            <pc:sldMk cId="3420742301" sldId="259"/>
            <ac:spMk id="41" creationId="{57C4184A-9F76-A6B2-763C-A5673E2406D1}"/>
          </ac:spMkLst>
        </pc:spChg>
        <pc:spChg chg="add mod">
          <ac:chgData name="Fatima Pillosu" userId="a6295d4dc9e22643" providerId="LiveId" clId="{87453732-75AC-4426-B5D3-B7C69C2D4F54}" dt="2026-02-03T20:48:00.347" v="673" actId="207"/>
          <ac:spMkLst>
            <pc:docMk/>
            <pc:sldMk cId="3420742301" sldId="259"/>
            <ac:spMk id="42" creationId="{1F63C331-F946-2881-D425-0D767C1358C1}"/>
          </ac:spMkLst>
        </pc:spChg>
        <pc:spChg chg="add mod">
          <ac:chgData name="Fatima Pillosu" userId="a6295d4dc9e22643" providerId="LiveId" clId="{87453732-75AC-4426-B5D3-B7C69C2D4F54}" dt="2026-02-03T20:48:00.347" v="673" actId="207"/>
          <ac:spMkLst>
            <pc:docMk/>
            <pc:sldMk cId="3420742301" sldId="259"/>
            <ac:spMk id="44" creationId="{CEA1C32B-3122-503C-B4D6-F660BAF487D1}"/>
          </ac:spMkLst>
        </pc:spChg>
        <pc:spChg chg="add mod">
          <ac:chgData name="Fatima Pillosu" userId="a6295d4dc9e22643" providerId="LiveId" clId="{87453732-75AC-4426-B5D3-B7C69C2D4F54}" dt="2026-02-03T20:48:00.347" v="673" actId="207"/>
          <ac:spMkLst>
            <pc:docMk/>
            <pc:sldMk cId="3420742301" sldId="259"/>
            <ac:spMk id="45" creationId="{71F97612-C485-AE23-BD9F-7CA352F3DB7C}"/>
          </ac:spMkLst>
        </pc:spChg>
        <pc:spChg chg="add mod">
          <ac:chgData name="Fatima Pillosu" userId="a6295d4dc9e22643" providerId="LiveId" clId="{87453732-75AC-4426-B5D3-B7C69C2D4F54}" dt="2026-02-03T20:47:47.830" v="672" actId="14100"/>
          <ac:spMkLst>
            <pc:docMk/>
            <pc:sldMk cId="3420742301" sldId="259"/>
            <ac:spMk id="48" creationId="{C6B1E5CF-B773-C586-08D5-E20AD789D93A}"/>
          </ac:spMkLst>
        </pc:spChg>
        <pc:spChg chg="add mod">
          <ac:chgData name="Fatima Pillosu" userId="a6295d4dc9e22643" providerId="LiveId" clId="{87453732-75AC-4426-B5D3-B7C69C2D4F54}" dt="2026-02-03T20:47:10.308" v="380" actId="1076"/>
          <ac:spMkLst>
            <pc:docMk/>
            <pc:sldMk cId="3420742301" sldId="259"/>
            <ac:spMk id="49" creationId="{97AD207A-E0D0-57E5-0C20-066C3918457E}"/>
          </ac:spMkLst>
        </pc:spChg>
        <pc:spChg chg="add mod">
          <ac:chgData name="Fatima Pillosu" userId="a6295d4dc9e22643" providerId="LiveId" clId="{87453732-75AC-4426-B5D3-B7C69C2D4F54}" dt="2026-02-03T20:48:00.347" v="673" actId="207"/>
          <ac:spMkLst>
            <pc:docMk/>
            <pc:sldMk cId="3420742301" sldId="259"/>
            <ac:spMk id="50" creationId="{01261ECC-9D6D-3AA4-2DBC-B4DC15180D37}"/>
          </ac:spMkLst>
        </pc:spChg>
        <pc:spChg chg="add mod">
          <ac:chgData name="Fatima Pillosu" userId="a6295d4dc9e22643" providerId="LiveId" clId="{87453732-75AC-4426-B5D3-B7C69C2D4F54}" dt="2026-02-03T20:48:00.347" v="673" actId="207"/>
          <ac:spMkLst>
            <pc:docMk/>
            <pc:sldMk cId="3420742301" sldId="259"/>
            <ac:spMk id="51" creationId="{91C1285D-5BA8-1136-40CB-EB99E71A5BC5}"/>
          </ac:spMkLst>
        </pc:spChg>
        <pc:spChg chg="add mod">
          <ac:chgData name="Fatima Pillosu" userId="a6295d4dc9e22643" providerId="LiveId" clId="{87453732-75AC-4426-B5D3-B7C69C2D4F54}" dt="2026-02-03T20:48:00.347" v="673" actId="207"/>
          <ac:spMkLst>
            <pc:docMk/>
            <pc:sldMk cId="3420742301" sldId="259"/>
            <ac:spMk id="52" creationId="{EB23C00D-6C02-9EBC-204C-76736CC0ED0D}"/>
          </ac:spMkLst>
        </pc:spChg>
        <pc:spChg chg="add mod">
          <ac:chgData name="Fatima Pillosu" userId="a6295d4dc9e22643" providerId="LiveId" clId="{87453732-75AC-4426-B5D3-B7C69C2D4F54}" dt="2026-02-03T20:48:00.347" v="673" actId="207"/>
          <ac:spMkLst>
            <pc:docMk/>
            <pc:sldMk cId="3420742301" sldId="259"/>
            <ac:spMk id="53" creationId="{48F78574-DFEF-1A32-93C7-898093472B79}"/>
          </ac:spMkLst>
        </pc:spChg>
        <pc:spChg chg="add mod">
          <ac:chgData name="Fatima Pillosu" userId="a6295d4dc9e22643" providerId="LiveId" clId="{87453732-75AC-4426-B5D3-B7C69C2D4F54}" dt="2026-02-03T20:48:00.347" v="673" actId="207"/>
          <ac:spMkLst>
            <pc:docMk/>
            <pc:sldMk cId="3420742301" sldId="259"/>
            <ac:spMk id="54" creationId="{43F143D5-D29C-CC40-7AD9-EEB655FA84A7}"/>
          </ac:spMkLst>
        </pc:spChg>
        <pc:picChg chg="add del mod ord">
          <ac:chgData name="Fatima Pillosu" userId="a6295d4dc9e22643" providerId="LiveId" clId="{87453732-75AC-4426-B5D3-B7C69C2D4F54}" dt="2026-02-03T20:45:56.752" v="362" actId="167"/>
          <ac:picMkLst>
            <pc:docMk/>
            <pc:sldMk cId="3420742301" sldId="259"/>
            <ac:picMk id="46" creationId="{6A3A3370-6E6D-4BD4-42AA-38D9A2535BBF}"/>
          </ac:picMkLst>
        </pc:picChg>
        <pc:cxnChg chg="mod">
          <ac:chgData name="Fatima Pillosu" userId="a6295d4dc9e22643" providerId="LiveId" clId="{87453732-75AC-4426-B5D3-B7C69C2D4F54}" dt="2026-02-03T20:45:20.651" v="351" actId="208"/>
          <ac:cxnSpMkLst>
            <pc:docMk/>
            <pc:sldMk cId="3420742301" sldId="259"/>
            <ac:cxnSpMk id="3" creationId="{74CCA4A7-98AC-9918-8AD0-EAAAB1607804}"/>
          </ac:cxnSpMkLst>
        </pc:cxnChg>
        <pc:cxnChg chg="mod">
          <ac:chgData name="Fatima Pillosu" userId="a6295d4dc9e22643" providerId="LiveId" clId="{87453732-75AC-4426-B5D3-B7C69C2D4F54}" dt="2026-02-03T20:45:20.651" v="351" actId="208"/>
          <ac:cxnSpMkLst>
            <pc:docMk/>
            <pc:sldMk cId="3420742301" sldId="259"/>
            <ac:cxnSpMk id="4" creationId="{690415C6-F4F3-961F-D10D-1ADA3AA4F0FE}"/>
          </ac:cxnSpMkLst>
        </pc:cxnChg>
        <pc:cxnChg chg="mod">
          <ac:chgData name="Fatima Pillosu" userId="a6295d4dc9e22643" providerId="LiveId" clId="{87453732-75AC-4426-B5D3-B7C69C2D4F54}" dt="2026-02-03T20:45:20.651" v="351" actId="208"/>
          <ac:cxnSpMkLst>
            <pc:docMk/>
            <pc:sldMk cId="3420742301" sldId="259"/>
            <ac:cxnSpMk id="16" creationId="{6C8E913F-A890-85B2-8A4F-313CCF608420}"/>
          </ac:cxnSpMkLst>
        </pc:cxnChg>
        <pc:cxnChg chg="mod">
          <ac:chgData name="Fatima Pillosu" userId="a6295d4dc9e22643" providerId="LiveId" clId="{87453732-75AC-4426-B5D3-B7C69C2D4F54}" dt="2026-02-03T20:45:20.651" v="351" actId="208"/>
          <ac:cxnSpMkLst>
            <pc:docMk/>
            <pc:sldMk cId="3420742301" sldId="259"/>
            <ac:cxnSpMk id="17" creationId="{3BD5653B-5825-E8BC-51D5-7EADC3C879F6}"/>
          </ac:cxnSpMkLst>
        </pc:cxnChg>
        <pc:cxnChg chg="mod">
          <ac:chgData name="Fatima Pillosu" userId="a6295d4dc9e22643" providerId="LiveId" clId="{87453732-75AC-4426-B5D3-B7C69C2D4F54}" dt="2026-02-03T20:45:20.651" v="351" actId="208"/>
          <ac:cxnSpMkLst>
            <pc:docMk/>
            <pc:sldMk cId="3420742301" sldId="259"/>
            <ac:cxnSpMk id="18" creationId="{8AD54D91-5D31-0FDA-3FDA-397CDE2AC94A}"/>
          </ac:cxnSpMkLst>
        </pc:cxnChg>
        <pc:cxnChg chg="mod">
          <ac:chgData name="Fatima Pillosu" userId="a6295d4dc9e22643" providerId="LiveId" clId="{87453732-75AC-4426-B5D3-B7C69C2D4F54}" dt="2026-02-03T20:45:20.651" v="351" actId="208"/>
          <ac:cxnSpMkLst>
            <pc:docMk/>
            <pc:sldMk cId="3420742301" sldId="259"/>
            <ac:cxnSpMk id="19" creationId="{EA7960B4-A45C-D783-9297-319DB423899A}"/>
          </ac:cxnSpMkLst>
        </pc:cxnChg>
        <pc:cxnChg chg="mod">
          <ac:chgData name="Fatima Pillosu" userId="a6295d4dc9e22643" providerId="LiveId" clId="{87453732-75AC-4426-B5D3-B7C69C2D4F54}" dt="2026-02-03T20:45:20.651" v="351" actId="208"/>
          <ac:cxnSpMkLst>
            <pc:docMk/>
            <pc:sldMk cId="3420742301" sldId="259"/>
            <ac:cxnSpMk id="20" creationId="{9226D268-2F7A-8919-3093-BBABC9C2180B}"/>
          </ac:cxnSpMkLst>
        </pc:cxnChg>
      </pc:sldChg>
      <pc:sldChg chg="addSp delSp modSp add mod">
        <pc:chgData name="Fatima Pillosu" userId="a6295d4dc9e22643" providerId="LiveId" clId="{87453732-75AC-4426-B5D3-B7C69C2D4F54}" dt="2026-02-03T20:49:49.647" v="692" actId="478"/>
        <pc:sldMkLst>
          <pc:docMk/>
          <pc:sldMk cId="1109040034" sldId="260"/>
        </pc:sldMkLst>
        <pc:spChg chg="mod">
          <ac:chgData name="Fatima Pillosu" userId="a6295d4dc9e22643" providerId="LiveId" clId="{87453732-75AC-4426-B5D3-B7C69C2D4F54}" dt="2026-02-03T20:49:12.830" v="681" actId="1076"/>
          <ac:spMkLst>
            <pc:docMk/>
            <pc:sldMk cId="1109040034" sldId="260"/>
            <ac:spMk id="9" creationId="{3C17A18F-45C1-8533-8C81-74B42205BFB6}"/>
          </ac:spMkLst>
        </pc:spChg>
        <pc:spChg chg="add mod">
          <ac:chgData name="Fatima Pillosu" userId="a6295d4dc9e22643" providerId="LiveId" clId="{87453732-75AC-4426-B5D3-B7C69C2D4F54}" dt="2026-02-03T20:49:12.830" v="681" actId="1076"/>
          <ac:spMkLst>
            <pc:docMk/>
            <pc:sldMk cId="1109040034" sldId="260"/>
            <ac:spMk id="13" creationId="{A460407F-E9C5-1D6F-B46F-210FB9F1D382}"/>
          </ac:spMkLst>
        </pc:spChg>
        <pc:spChg chg="add mod">
          <ac:chgData name="Fatima Pillosu" userId="a6295d4dc9e22643" providerId="LiveId" clId="{87453732-75AC-4426-B5D3-B7C69C2D4F54}" dt="2026-02-03T20:49:12.830" v="681" actId="1076"/>
          <ac:spMkLst>
            <pc:docMk/>
            <pc:sldMk cId="1109040034" sldId="260"/>
            <ac:spMk id="14" creationId="{A030FE44-FB42-36C7-7036-A0EB02235055}"/>
          </ac:spMkLst>
        </pc:spChg>
        <pc:spChg chg="mod">
          <ac:chgData name="Fatima Pillosu" userId="a6295d4dc9e22643" providerId="LiveId" clId="{87453732-75AC-4426-B5D3-B7C69C2D4F54}" dt="2026-02-03T20:49:12.830" v="681" actId="1076"/>
          <ac:spMkLst>
            <pc:docMk/>
            <pc:sldMk cId="1109040034" sldId="260"/>
            <ac:spMk id="15" creationId="{2B57DC69-D20E-412D-46BF-D3F4CAABE93B}"/>
          </ac:spMkLst>
        </pc:spChg>
        <pc:spChg chg="add mod">
          <ac:chgData name="Fatima Pillosu" userId="a6295d4dc9e22643" providerId="LiveId" clId="{87453732-75AC-4426-B5D3-B7C69C2D4F54}" dt="2026-02-03T20:49:25.095" v="684" actId="1076"/>
          <ac:spMkLst>
            <pc:docMk/>
            <pc:sldMk cId="1109040034" sldId="260"/>
            <ac:spMk id="50" creationId="{59EF402D-94E4-9FCA-542E-507342F4CC8C}"/>
          </ac:spMkLst>
        </pc:spChg>
        <pc:spChg chg="add mod">
          <ac:chgData name="Fatima Pillosu" userId="a6295d4dc9e22643" providerId="LiveId" clId="{87453732-75AC-4426-B5D3-B7C69C2D4F54}" dt="2026-02-03T20:49:25.095" v="684" actId="1076"/>
          <ac:spMkLst>
            <pc:docMk/>
            <pc:sldMk cId="1109040034" sldId="260"/>
            <ac:spMk id="51" creationId="{A0F37B2C-79F9-51BB-2B0F-C2EBF6BBB085}"/>
          </ac:spMkLst>
        </pc:spChg>
        <pc:spChg chg="add mod">
          <ac:chgData name="Fatima Pillosu" userId="a6295d4dc9e22643" providerId="LiveId" clId="{87453732-75AC-4426-B5D3-B7C69C2D4F54}" dt="2026-02-03T20:49:25.095" v="684" actId="1076"/>
          <ac:spMkLst>
            <pc:docMk/>
            <pc:sldMk cId="1109040034" sldId="260"/>
            <ac:spMk id="52" creationId="{2569E556-4517-21EA-32EE-D85D4F577E5A}"/>
          </ac:spMkLst>
        </pc:spChg>
        <pc:spChg chg="add mod">
          <ac:chgData name="Fatima Pillosu" userId="a6295d4dc9e22643" providerId="LiveId" clId="{87453732-75AC-4426-B5D3-B7C69C2D4F54}" dt="2026-02-03T20:49:25.095" v="684" actId="1076"/>
          <ac:spMkLst>
            <pc:docMk/>
            <pc:sldMk cId="1109040034" sldId="260"/>
            <ac:spMk id="53" creationId="{1BBF87F1-FEF1-F4DE-2417-3DFBFB3150A8}"/>
          </ac:spMkLst>
        </pc:spChg>
        <pc:spChg chg="add mod">
          <ac:chgData name="Fatima Pillosu" userId="a6295d4dc9e22643" providerId="LiveId" clId="{87453732-75AC-4426-B5D3-B7C69C2D4F54}" dt="2026-02-03T20:49:25.095" v="684" actId="1076"/>
          <ac:spMkLst>
            <pc:docMk/>
            <pc:sldMk cId="1109040034" sldId="260"/>
            <ac:spMk id="54" creationId="{CA1D6188-560D-139A-845C-A95401B0929E}"/>
          </ac:spMkLst>
        </pc:spChg>
        <pc:spChg chg="add mod">
          <ac:chgData name="Fatima Pillosu" userId="a6295d4dc9e22643" providerId="LiveId" clId="{87453732-75AC-4426-B5D3-B7C69C2D4F54}" dt="2026-02-03T20:49:25.095" v="684" actId="1076"/>
          <ac:spMkLst>
            <pc:docMk/>
            <pc:sldMk cId="1109040034" sldId="260"/>
            <ac:spMk id="57" creationId="{6AB2A2C9-B489-97E7-2E55-6647A9B38C01}"/>
          </ac:spMkLst>
        </pc:spChg>
        <pc:spChg chg="add mod">
          <ac:chgData name="Fatima Pillosu" userId="a6295d4dc9e22643" providerId="LiveId" clId="{87453732-75AC-4426-B5D3-B7C69C2D4F54}" dt="2026-02-03T20:49:25.095" v="684" actId="1076"/>
          <ac:spMkLst>
            <pc:docMk/>
            <pc:sldMk cId="1109040034" sldId="260"/>
            <ac:spMk id="58" creationId="{C013DD47-11C5-2322-EA8B-E7AEA2722750}"/>
          </ac:spMkLst>
        </pc:spChg>
        <pc:spChg chg="add mod">
          <ac:chgData name="Fatima Pillosu" userId="a6295d4dc9e22643" providerId="LiveId" clId="{87453732-75AC-4426-B5D3-B7C69C2D4F54}" dt="2026-02-03T20:49:25.095" v="684" actId="1076"/>
          <ac:spMkLst>
            <pc:docMk/>
            <pc:sldMk cId="1109040034" sldId="260"/>
            <ac:spMk id="60" creationId="{EBCC948D-7E4E-81BA-8557-B2F32D02929B}"/>
          </ac:spMkLst>
        </pc:spChg>
        <pc:spChg chg="add mod">
          <ac:chgData name="Fatima Pillosu" userId="a6295d4dc9e22643" providerId="LiveId" clId="{87453732-75AC-4426-B5D3-B7C69C2D4F54}" dt="2026-02-03T20:49:25.095" v="684" actId="1076"/>
          <ac:spMkLst>
            <pc:docMk/>
            <pc:sldMk cId="1109040034" sldId="260"/>
            <ac:spMk id="61" creationId="{85F28DD4-4B2C-5406-6814-CBC8190642FF}"/>
          </ac:spMkLst>
        </pc:spChg>
        <pc:spChg chg="add mod">
          <ac:chgData name="Fatima Pillosu" userId="a6295d4dc9e22643" providerId="LiveId" clId="{87453732-75AC-4426-B5D3-B7C69C2D4F54}" dt="2026-02-03T20:49:25.095" v="684" actId="1076"/>
          <ac:spMkLst>
            <pc:docMk/>
            <pc:sldMk cId="1109040034" sldId="260"/>
            <ac:spMk id="62" creationId="{57CB1A95-1DB0-EEE8-62FE-A8EBDA8B1914}"/>
          </ac:spMkLst>
        </pc:spChg>
        <pc:picChg chg="add del mod ord">
          <ac:chgData name="Fatima Pillosu" userId="a6295d4dc9e22643" providerId="LiveId" clId="{87453732-75AC-4426-B5D3-B7C69C2D4F54}" dt="2026-02-03T20:49:47.530" v="691" actId="167"/>
          <ac:picMkLst>
            <pc:docMk/>
            <pc:sldMk cId="1109040034" sldId="260"/>
            <ac:picMk id="48" creationId="{C56B5021-059E-0B70-0297-317EE03BE444}"/>
          </ac:picMkLst>
        </pc:picChg>
        <pc:cxnChg chg="mod">
          <ac:chgData name="Fatima Pillosu" userId="a6295d4dc9e22643" providerId="LiveId" clId="{87453732-75AC-4426-B5D3-B7C69C2D4F54}" dt="2026-02-03T20:49:12.830" v="681" actId="1076"/>
          <ac:cxnSpMkLst>
            <pc:docMk/>
            <pc:sldMk cId="1109040034" sldId="260"/>
            <ac:cxnSpMk id="5" creationId="{0190D458-1492-E833-28C8-65E0E2E555B6}"/>
          </ac:cxnSpMkLst>
        </pc:cxnChg>
        <pc:cxnChg chg="mod">
          <ac:chgData name="Fatima Pillosu" userId="a6295d4dc9e22643" providerId="LiveId" clId="{87453732-75AC-4426-B5D3-B7C69C2D4F54}" dt="2026-02-03T20:49:12.830" v="681" actId="1076"/>
          <ac:cxnSpMkLst>
            <pc:docMk/>
            <pc:sldMk cId="1109040034" sldId="260"/>
            <ac:cxnSpMk id="6" creationId="{D84CEF4B-9217-CC67-75B0-DA3623595278}"/>
          </ac:cxnSpMkLst>
        </pc:cxnChg>
        <pc:cxnChg chg="mod">
          <ac:chgData name="Fatima Pillosu" userId="a6295d4dc9e22643" providerId="LiveId" clId="{87453732-75AC-4426-B5D3-B7C69C2D4F54}" dt="2026-02-03T20:49:12.830" v="681" actId="1076"/>
          <ac:cxnSpMkLst>
            <pc:docMk/>
            <pc:sldMk cId="1109040034" sldId="260"/>
            <ac:cxnSpMk id="7" creationId="{55B88425-50FF-6705-7006-AEFB01E68E22}"/>
          </ac:cxnSpMkLst>
        </pc:cxnChg>
        <pc:cxnChg chg="mod">
          <ac:chgData name="Fatima Pillosu" userId="a6295d4dc9e22643" providerId="LiveId" clId="{87453732-75AC-4426-B5D3-B7C69C2D4F54}" dt="2026-02-03T20:49:12.830" v="681" actId="1076"/>
          <ac:cxnSpMkLst>
            <pc:docMk/>
            <pc:sldMk cId="1109040034" sldId="260"/>
            <ac:cxnSpMk id="8" creationId="{5946F1D0-BA33-CAF7-79E9-4DD3846C7D3F}"/>
          </ac:cxnSpMkLst>
        </pc:cxnChg>
        <pc:cxnChg chg="mod">
          <ac:chgData name="Fatima Pillosu" userId="a6295d4dc9e22643" providerId="LiveId" clId="{87453732-75AC-4426-B5D3-B7C69C2D4F54}" dt="2026-02-03T20:49:12.830" v="681" actId="1076"/>
          <ac:cxnSpMkLst>
            <pc:docMk/>
            <pc:sldMk cId="1109040034" sldId="260"/>
            <ac:cxnSpMk id="10" creationId="{1EB0C928-FC70-E743-785A-AF755AC81DC3}"/>
          </ac:cxnSpMkLst>
        </pc:cxnChg>
        <pc:cxnChg chg="mod">
          <ac:chgData name="Fatima Pillosu" userId="a6295d4dc9e22643" providerId="LiveId" clId="{87453732-75AC-4426-B5D3-B7C69C2D4F54}" dt="2026-02-03T20:49:12.830" v="681" actId="1076"/>
          <ac:cxnSpMkLst>
            <pc:docMk/>
            <pc:sldMk cId="1109040034" sldId="260"/>
            <ac:cxnSpMk id="11" creationId="{CA94E2F0-8D63-9C94-71F8-33CCC4544ADC}"/>
          </ac:cxnSpMkLst>
        </pc:cxnChg>
        <pc:cxnChg chg="mod">
          <ac:chgData name="Fatima Pillosu" userId="a6295d4dc9e22643" providerId="LiveId" clId="{87453732-75AC-4426-B5D3-B7C69C2D4F54}" dt="2026-02-03T20:48:49.915" v="677" actId="208"/>
          <ac:cxnSpMkLst>
            <pc:docMk/>
            <pc:sldMk cId="1109040034" sldId="260"/>
            <ac:cxnSpMk id="12" creationId="{BEA694EB-45B4-A27B-F174-CE8DCFB2DEFA}"/>
          </ac:cxnSpMkLst>
        </pc:cxnChg>
      </pc:sldChg>
      <pc:sldChg chg="addSp delSp modSp add mod">
        <pc:chgData name="Fatima Pillosu" userId="a6295d4dc9e22643" providerId="LiveId" clId="{87453732-75AC-4426-B5D3-B7C69C2D4F54}" dt="2026-02-03T21:09:37.145" v="1067" actId="14100"/>
        <pc:sldMkLst>
          <pc:docMk/>
          <pc:sldMk cId="1840283273" sldId="261"/>
        </pc:sldMkLst>
        <pc:spChg chg="add mod">
          <ac:chgData name="Fatima Pillosu" userId="a6295d4dc9e22643" providerId="LiveId" clId="{87453732-75AC-4426-B5D3-B7C69C2D4F54}" dt="2026-02-03T21:00:48.159" v="820" actId="1076"/>
          <ac:spMkLst>
            <pc:docMk/>
            <pc:sldMk cId="1840283273" sldId="261"/>
            <ac:spMk id="21" creationId="{67D480A6-23A2-165A-F780-F8A8DE2257A0}"/>
          </ac:spMkLst>
        </pc:spChg>
        <pc:spChg chg="mod">
          <ac:chgData name="Fatima Pillosu" userId="a6295d4dc9e22643" providerId="LiveId" clId="{87453732-75AC-4426-B5D3-B7C69C2D4F54}" dt="2026-02-03T21:00:48.159" v="820" actId="1076"/>
          <ac:spMkLst>
            <pc:docMk/>
            <pc:sldMk cId="1840283273" sldId="261"/>
            <ac:spMk id="22" creationId="{1210323B-6C38-F76F-2503-7B36BE20C3C2}"/>
          </ac:spMkLst>
        </pc:spChg>
        <pc:spChg chg="mod">
          <ac:chgData name="Fatima Pillosu" userId="a6295d4dc9e22643" providerId="LiveId" clId="{87453732-75AC-4426-B5D3-B7C69C2D4F54}" dt="2026-02-03T21:00:48.159" v="820" actId="1076"/>
          <ac:spMkLst>
            <pc:docMk/>
            <pc:sldMk cId="1840283273" sldId="261"/>
            <ac:spMk id="23" creationId="{5124D618-52D4-4B87-9B8A-131496216E72}"/>
          </ac:spMkLst>
        </pc:spChg>
        <pc:spChg chg="add mod">
          <ac:chgData name="Fatima Pillosu" userId="a6295d4dc9e22643" providerId="LiveId" clId="{87453732-75AC-4426-B5D3-B7C69C2D4F54}" dt="2026-02-03T21:09:37.145" v="1067" actId="14100"/>
          <ac:spMkLst>
            <pc:docMk/>
            <pc:sldMk cId="1840283273" sldId="261"/>
            <ac:spMk id="24" creationId="{AF7C4ADE-F64E-7AD6-E272-9779A482F66C}"/>
          </ac:spMkLst>
        </pc:spChg>
        <pc:spChg chg="add mod">
          <ac:chgData name="Fatima Pillosu" userId="a6295d4dc9e22643" providerId="LiveId" clId="{87453732-75AC-4426-B5D3-B7C69C2D4F54}" dt="2026-02-03T21:00:48.159" v="820" actId="1076"/>
          <ac:spMkLst>
            <pc:docMk/>
            <pc:sldMk cId="1840283273" sldId="261"/>
            <ac:spMk id="25" creationId="{B506B00B-9DBD-EF67-7DAA-F4CA86249789}"/>
          </ac:spMkLst>
        </pc:spChg>
        <pc:spChg chg="mod">
          <ac:chgData name="Fatima Pillosu" userId="a6295d4dc9e22643" providerId="LiveId" clId="{87453732-75AC-4426-B5D3-B7C69C2D4F54}" dt="2026-02-03T21:00:48.159" v="820" actId="1076"/>
          <ac:spMkLst>
            <pc:docMk/>
            <pc:sldMk cId="1840283273" sldId="261"/>
            <ac:spMk id="26" creationId="{C1A81022-F90A-7512-8BAB-F3150096566D}"/>
          </ac:spMkLst>
        </pc:spChg>
        <pc:spChg chg="mod">
          <ac:chgData name="Fatima Pillosu" userId="a6295d4dc9e22643" providerId="LiveId" clId="{87453732-75AC-4426-B5D3-B7C69C2D4F54}" dt="2026-02-03T21:00:48.159" v="820" actId="1076"/>
          <ac:spMkLst>
            <pc:docMk/>
            <pc:sldMk cId="1840283273" sldId="261"/>
            <ac:spMk id="27" creationId="{426680C0-9AEE-F601-C872-DEC4A035B5EE}"/>
          </ac:spMkLst>
        </pc:spChg>
        <pc:spChg chg="mod">
          <ac:chgData name="Fatima Pillosu" userId="a6295d4dc9e22643" providerId="LiveId" clId="{87453732-75AC-4426-B5D3-B7C69C2D4F54}" dt="2026-02-03T21:08:12.692" v="1012" actId="1036"/>
          <ac:spMkLst>
            <pc:docMk/>
            <pc:sldMk cId="1840283273" sldId="261"/>
            <ac:spMk id="39" creationId="{3A60982A-6DF3-7FA0-1BF8-9931192FE9A0}"/>
          </ac:spMkLst>
        </pc:spChg>
        <pc:spChg chg="add mod">
          <ac:chgData name="Fatima Pillosu" userId="a6295d4dc9e22643" providerId="LiveId" clId="{87453732-75AC-4426-B5D3-B7C69C2D4F54}" dt="2026-02-03T21:07:32.849" v="989" actId="1038"/>
          <ac:spMkLst>
            <pc:docMk/>
            <pc:sldMk cId="1840283273" sldId="261"/>
            <ac:spMk id="40" creationId="{76CE5AC5-E1CC-8772-1726-228BAB5CAEA9}"/>
          </ac:spMkLst>
        </pc:spChg>
        <pc:spChg chg="add mod">
          <ac:chgData name="Fatima Pillosu" userId="a6295d4dc9e22643" providerId="LiveId" clId="{87453732-75AC-4426-B5D3-B7C69C2D4F54}" dt="2026-02-03T21:07:32.849" v="989" actId="1038"/>
          <ac:spMkLst>
            <pc:docMk/>
            <pc:sldMk cId="1840283273" sldId="261"/>
            <ac:spMk id="41" creationId="{E0BF2BDD-4D47-99D5-84C3-98F092FB9E6C}"/>
          </ac:spMkLst>
        </pc:spChg>
        <pc:spChg chg="add mod">
          <ac:chgData name="Fatima Pillosu" userId="a6295d4dc9e22643" providerId="LiveId" clId="{87453732-75AC-4426-B5D3-B7C69C2D4F54}" dt="2026-02-03T21:07:32.849" v="989" actId="1038"/>
          <ac:spMkLst>
            <pc:docMk/>
            <pc:sldMk cId="1840283273" sldId="261"/>
            <ac:spMk id="42" creationId="{44936195-B0DB-A6AA-D189-C5E3EDC7A4B9}"/>
          </ac:spMkLst>
        </pc:spChg>
        <pc:spChg chg="add mod">
          <ac:chgData name="Fatima Pillosu" userId="a6295d4dc9e22643" providerId="LiveId" clId="{87453732-75AC-4426-B5D3-B7C69C2D4F54}" dt="2026-02-03T21:07:32.849" v="989" actId="1038"/>
          <ac:spMkLst>
            <pc:docMk/>
            <pc:sldMk cId="1840283273" sldId="261"/>
            <ac:spMk id="43" creationId="{EDCAF742-0FA9-3CF7-A434-78898D84086F}"/>
          </ac:spMkLst>
        </pc:spChg>
        <pc:spChg chg="add mod">
          <ac:chgData name="Fatima Pillosu" userId="a6295d4dc9e22643" providerId="LiveId" clId="{87453732-75AC-4426-B5D3-B7C69C2D4F54}" dt="2026-02-03T21:06:46.488" v="891" actId="207"/>
          <ac:spMkLst>
            <pc:docMk/>
            <pc:sldMk cId="1840283273" sldId="261"/>
            <ac:spMk id="44" creationId="{91ACB4B7-48BE-4A86-CDA0-950FA89497AB}"/>
          </ac:spMkLst>
        </pc:spChg>
        <pc:spChg chg="mod">
          <ac:chgData name="Fatima Pillosu" userId="a6295d4dc9e22643" providerId="LiveId" clId="{87453732-75AC-4426-B5D3-B7C69C2D4F54}" dt="2026-02-03T21:08:52.361" v="1058" actId="1035"/>
          <ac:spMkLst>
            <pc:docMk/>
            <pc:sldMk cId="1840283273" sldId="261"/>
            <ac:spMk id="45" creationId="{6D0FC483-395F-2E2F-4C4F-6A293F4FAFD7}"/>
          </ac:spMkLst>
        </pc:spChg>
        <pc:spChg chg="mod">
          <ac:chgData name="Fatima Pillosu" userId="a6295d4dc9e22643" providerId="LiveId" clId="{87453732-75AC-4426-B5D3-B7C69C2D4F54}" dt="2026-02-03T21:08:43.715" v="1050" actId="1035"/>
          <ac:spMkLst>
            <pc:docMk/>
            <pc:sldMk cId="1840283273" sldId="261"/>
            <ac:spMk id="46" creationId="{CC083195-70F1-A78E-91B3-3256E6FD81C9}"/>
          </ac:spMkLst>
        </pc:spChg>
        <pc:spChg chg="add mod">
          <ac:chgData name="Fatima Pillosu" userId="a6295d4dc9e22643" providerId="LiveId" clId="{87453732-75AC-4426-B5D3-B7C69C2D4F54}" dt="2026-02-03T21:08:43.715" v="1050" actId="1035"/>
          <ac:spMkLst>
            <pc:docMk/>
            <pc:sldMk cId="1840283273" sldId="261"/>
            <ac:spMk id="48" creationId="{51866C06-89DD-DA2D-BAC1-5EBA7B6BBD95}"/>
          </ac:spMkLst>
        </pc:spChg>
        <pc:spChg chg="add mod">
          <ac:chgData name="Fatima Pillosu" userId="a6295d4dc9e22643" providerId="LiveId" clId="{87453732-75AC-4426-B5D3-B7C69C2D4F54}" dt="2026-02-03T21:08:43.715" v="1050" actId="1035"/>
          <ac:spMkLst>
            <pc:docMk/>
            <pc:sldMk cId="1840283273" sldId="261"/>
            <ac:spMk id="49" creationId="{C215A21C-EBC5-363B-7576-42CEA92475B6}"/>
          </ac:spMkLst>
        </pc:spChg>
        <pc:spChg chg="mod">
          <ac:chgData name="Fatima Pillosu" userId="a6295d4dc9e22643" providerId="LiveId" clId="{87453732-75AC-4426-B5D3-B7C69C2D4F54}" dt="2026-02-03T21:08:43.715" v="1050" actId="1035"/>
          <ac:spMkLst>
            <pc:docMk/>
            <pc:sldMk cId="1840283273" sldId="261"/>
            <ac:spMk id="50" creationId="{6086F843-FE2D-04BA-EA12-4439F12E492E}"/>
          </ac:spMkLst>
        </pc:spChg>
        <pc:spChg chg="add mod">
          <ac:chgData name="Fatima Pillosu" userId="a6295d4dc9e22643" providerId="LiveId" clId="{87453732-75AC-4426-B5D3-B7C69C2D4F54}" dt="2026-02-03T21:08:43.715" v="1050" actId="1035"/>
          <ac:spMkLst>
            <pc:docMk/>
            <pc:sldMk cId="1840283273" sldId="261"/>
            <ac:spMk id="51" creationId="{FA87EBE8-23A0-D194-1DFE-0C13422F7B56}"/>
          </ac:spMkLst>
        </pc:spChg>
        <pc:spChg chg="add mod">
          <ac:chgData name="Fatima Pillosu" userId="a6295d4dc9e22643" providerId="LiveId" clId="{87453732-75AC-4426-B5D3-B7C69C2D4F54}" dt="2026-02-03T21:08:43.715" v="1050" actId="1035"/>
          <ac:spMkLst>
            <pc:docMk/>
            <pc:sldMk cId="1840283273" sldId="261"/>
            <ac:spMk id="52" creationId="{3180BAB6-6C29-B51E-3E0E-B6804F8BABAE}"/>
          </ac:spMkLst>
        </pc:spChg>
        <pc:spChg chg="add mod">
          <ac:chgData name="Fatima Pillosu" userId="a6295d4dc9e22643" providerId="LiveId" clId="{87453732-75AC-4426-B5D3-B7C69C2D4F54}" dt="2026-02-03T21:08:43.715" v="1050" actId="1035"/>
          <ac:spMkLst>
            <pc:docMk/>
            <pc:sldMk cId="1840283273" sldId="261"/>
            <ac:spMk id="53" creationId="{F69F95F1-30B1-D33F-E869-A7DCC4AE41CF}"/>
          </ac:spMkLst>
        </pc:spChg>
        <pc:picChg chg="add mod">
          <ac:chgData name="Fatima Pillosu" userId="a6295d4dc9e22643" providerId="LiveId" clId="{87453732-75AC-4426-B5D3-B7C69C2D4F54}" dt="2026-02-03T21:05:38.832" v="880" actId="1038"/>
          <ac:picMkLst>
            <pc:docMk/>
            <pc:sldMk cId="1840283273" sldId="261"/>
            <ac:picMk id="56" creationId="{6F31ABE5-89DE-A2B6-4901-5E25DDB8FCE5}"/>
          </ac:picMkLst>
        </pc:picChg>
        <pc:cxnChg chg="mod">
          <ac:chgData name="Fatima Pillosu" userId="a6295d4dc9e22643" providerId="LiveId" clId="{87453732-75AC-4426-B5D3-B7C69C2D4F54}" dt="2026-02-03T21:00:48.159" v="820" actId="1076"/>
          <ac:cxnSpMkLst>
            <pc:docMk/>
            <pc:sldMk cId="1840283273" sldId="261"/>
            <ac:cxnSpMk id="2" creationId="{D59C2380-4F68-ACC5-62E5-5895D262DAF1}"/>
          </ac:cxnSpMkLst>
        </pc:cxnChg>
        <pc:cxnChg chg="mod">
          <ac:chgData name="Fatima Pillosu" userId="a6295d4dc9e22643" providerId="LiveId" clId="{87453732-75AC-4426-B5D3-B7C69C2D4F54}" dt="2026-02-03T21:00:48.159" v="820" actId="1076"/>
          <ac:cxnSpMkLst>
            <pc:docMk/>
            <pc:sldMk cId="1840283273" sldId="261"/>
            <ac:cxnSpMk id="3" creationId="{936D4B41-A76C-B376-D0D9-2D5F6D496E92}"/>
          </ac:cxnSpMkLst>
        </pc:cxnChg>
        <pc:cxnChg chg="mod">
          <ac:chgData name="Fatima Pillosu" userId="a6295d4dc9e22643" providerId="LiveId" clId="{87453732-75AC-4426-B5D3-B7C69C2D4F54}" dt="2026-02-03T21:00:48.159" v="820" actId="1076"/>
          <ac:cxnSpMkLst>
            <pc:docMk/>
            <pc:sldMk cId="1840283273" sldId="261"/>
            <ac:cxnSpMk id="4" creationId="{C19297FD-62F4-6E21-8501-54121D646763}"/>
          </ac:cxnSpMkLst>
        </pc:cxnChg>
      </pc:sldChg>
      <pc:sldChg chg="addSp delSp modSp new mod">
        <pc:chgData name="Fatima Pillosu" userId="a6295d4dc9e22643" providerId="LiveId" clId="{87453732-75AC-4426-B5D3-B7C69C2D4F54}" dt="2026-02-08T23:20:35.959" v="1288" actId="207"/>
        <pc:sldMkLst>
          <pc:docMk/>
          <pc:sldMk cId="1065612441" sldId="262"/>
        </pc:sldMkLst>
        <pc:spChg chg="add mod">
          <ac:chgData name="Fatima Pillosu" userId="a6295d4dc9e22643" providerId="LiveId" clId="{87453732-75AC-4426-B5D3-B7C69C2D4F54}" dt="2026-02-03T20:33:29.363" v="142" actId="207"/>
          <ac:spMkLst>
            <pc:docMk/>
            <pc:sldMk cId="1065612441" sldId="262"/>
            <ac:spMk id="4" creationId="{521828B9-6F31-EF40-74B4-A57ACCE8E50F}"/>
          </ac:spMkLst>
        </pc:spChg>
        <pc:spChg chg="add mod">
          <ac:chgData name="Fatima Pillosu" userId="a6295d4dc9e22643" providerId="LiveId" clId="{87453732-75AC-4426-B5D3-B7C69C2D4F54}" dt="2026-02-03T21:15:18.199" v="1164" actId="1037"/>
          <ac:spMkLst>
            <pc:docMk/>
            <pc:sldMk cId="1065612441" sldId="262"/>
            <ac:spMk id="5" creationId="{04B3B7E0-B6FE-E888-7274-CADBBC328FCA}"/>
          </ac:spMkLst>
        </pc:spChg>
        <pc:spChg chg="add mod">
          <ac:chgData name="Fatima Pillosu" userId="a6295d4dc9e22643" providerId="LiveId" clId="{87453732-75AC-4426-B5D3-B7C69C2D4F54}" dt="2026-02-03T21:14:29.635" v="1148" actId="1076"/>
          <ac:spMkLst>
            <pc:docMk/>
            <pc:sldMk cId="1065612441" sldId="262"/>
            <ac:spMk id="50" creationId="{0F87F7D0-9513-8BA1-E1AC-0B49CD1435EA}"/>
          </ac:spMkLst>
        </pc:spChg>
        <pc:spChg chg="add mod">
          <ac:chgData name="Fatima Pillosu" userId="a6295d4dc9e22643" providerId="LiveId" clId="{87453732-75AC-4426-B5D3-B7C69C2D4F54}" dt="2026-02-03T20:59:55.343" v="814" actId="1076"/>
          <ac:spMkLst>
            <pc:docMk/>
            <pc:sldMk cId="1065612441" sldId="262"/>
            <ac:spMk id="51" creationId="{EA94C325-717B-6538-1600-3AD7E22DED30}"/>
          </ac:spMkLst>
        </pc:spChg>
        <pc:spChg chg="add mod">
          <ac:chgData name="Fatima Pillosu" userId="a6295d4dc9e22643" providerId="LiveId" clId="{87453732-75AC-4426-B5D3-B7C69C2D4F54}" dt="2026-02-08T23:15:47.768" v="1197" actId="20577"/>
          <ac:spMkLst>
            <pc:docMk/>
            <pc:sldMk cId="1065612441" sldId="262"/>
            <ac:spMk id="53" creationId="{7FE880FD-1DC9-0D9C-F9DB-CB0DA434E3CF}"/>
          </ac:spMkLst>
        </pc:spChg>
        <pc:spChg chg="add mod">
          <ac:chgData name="Fatima Pillosu" userId="a6295d4dc9e22643" providerId="LiveId" clId="{87453732-75AC-4426-B5D3-B7C69C2D4F54}" dt="2026-02-08T23:15:50.669" v="1199" actId="20577"/>
          <ac:spMkLst>
            <pc:docMk/>
            <pc:sldMk cId="1065612441" sldId="262"/>
            <ac:spMk id="54" creationId="{15BB2C37-7129-36F3-FE78-ECD1DAC88A88}"/>
          </ac:spMkLst>
        </pc:spChg>
        <pc:spChg chg="add mod">
          <ac:chgData name="Fatima Pillosu" userId="a6295d4dc9e22643" providerId="LiveId" clId="{87453732-75AC-4426-B5D3-B7C69C2D4F54}" dt="2026-02-03T21:14:04.405" v="1145" actId="555"/>
          <ac:spMkLst>
            <pc:docMk/>
            <pc:sldMk cId="1065612441" sldId="262"/>
            <ac:spMk id="57" creationId="{405564F8-6A90-7D78-E81B-BA373EFDC153}"/>
          </ac:spMkLst>
        </pc:spChg>
        <pc:spChg chg="add mod">
          <ac:chgData name="Fatima Pillosu" userId="a6295d4dc9e22643" providerId="LiveId" clId="{87453732-75AC-4426-B5D3-B7C69C2D4F54}" dt="2026-02-03T21:14:04.405" v="1145" actId="555"/>
          <ac:spMkLst>
            <pc:docMk/>
            <pc:sldMk cId="1065612441" sldId="262"/>
            <ac:spMk id="58" creationId="{C25EC8FC-F465-0BAD-743E-094228BF1310}"/>
          </ac:spMkLst>
        </pc:spChg>
        <pc:spChg chg="add mod">
          <ac:chgData name="Fatima Pillosu" userId="a6295d4dc9e22643" providerId="LiveId" clId="{87453732-75AC-4426-B5D3-B7C69C2D4F54}" dt="2026-02-03T21:10:43.424" v="1095" actId="1035"/>
          <ac:spMkLst>
            <pc:docMk/>
            <pc:sldMk cId="1065612441" sldId="262"/>
            <ac:spMk id="59" creationId="{D542B316-6AE2-2FFA-27D3-6992ED7197E2}"/>
          </ac:spMkLst>
        </pc:spChg>
        <pc:spChg chg="add mod">
          <ac:chgData name="Fatima Pillosu" userId="a6295d4dc9e22643" providerId="LiveId" clId="{87453732-75AC-4426-B5D3-B7C69C2D4F54}" dt="2026-02-08T23:20:35.959" v="1288" actId="207"/>
          <ac:spMkLst>
            <pc:docMk/>
            <pc:sldMk cId="1065612441" sldId="262"/>
            <ac:spMk id="62" creationId="{CA84774A-1789-EDB7-44F7-58A5AA382302}"/>
          </ac:spMkLst>
        </pc:spChg>
        <pc:grpChg chg="add mod">
          <ac:chgData name="Fatima Pillosu" userId="a6295d4dc9e22643" providerId="LiveId" clId="{87453732-75AC-4426-B5D3-B7C69C2D4F54}" dt="2026-02-03T21:17:32.629" v="1195" actId="1037"/>
          <ac:grpSpMkLst>
            <pc:docMk/>
            <pc:sldMk cId="1065612441" sldId="262"/>
            <ac:grpSpMk id="55" creationId="{801D5D7A-DEFB-B953-9EF8-3CD3FE6128E1}"/>
          </ac:grpSpMkLst>
        </pc:grpChg>
        <pc:picChg chg="add mod">
          <ac:chgData name="Fatima Pillosu" userId="a6295d4dc9e22643" providerId="LiveId" clId="{87453732-75AC-4426-B5D3-B7C69C2D4F54}" dt="2026-02-03T21:15:09.677" v="1158" actId="1076"/>
          <ac:picMkLst>
            <pc:docMk/>
            <pc:sldMk cId="1065612441" sldId="262"/>
            <ac:picMk id="47" creationId="{3FB9ADC2-8DF3-05ED-FE46-424CBF92C074}"/>
          </ac:picMkLst>
        </pc:picChg>
        <pc:picChg chg="add mod">
          <ac:chgData name="Fatima Pillosu" userId="a6295d4dc9e22643" providerId="LiveId" clId="{87453732-75AC-4426-B5D3-B7C69C2D4F54}" dt="2026-02-03T21:10:35.092" v="1092" actId="1035"/>
          <ac:picMkLst>
            <pc:docMk/>
            <pc:sldMk cId="1065612441" sldId="262"/>
            <ac:picMk id="48" creationId="{137BF03A-6269-8776-D300-6AF5A5637718}"/>
          </ac:picMkLst>
        </pc:picChg>
        <pc:picChg chg="add mod modCrop">
          <ac:chgData name="Fatima Pillosu" userId="a6295d4dc9e22643" providerId="LiveId" clId="{87453732-75AC-4426-B5D3-B7C69C2D4F54}" dt="2026-02-03T21:10:35.092" v="1092" actId="1035"/>
          <ac:picMkLst>
            <pc:docMk/>
            <pc:sldMk cId="1065612441" sldId="262"/>
            <ac:picMk id="49" creationId="{B27EA847-06E9-1F4F-A55F-B8F3B35B351B}"/>
          </ac:picMkLst>
        </pc:picChg>
        <pc:picChg chg="add mod">
          <ac:chgData name="Fatima Pillosu" userId="a6295d4dc9e22643" providerId="LiveId" clId="{87453732-75AC-4426-B5D3-B7C69C2D4F54}" dt="2026-02-03T21:10:50.644" v="1096" actId="1035"/>
          <ac:picMkLst>
            <pc:docMk/>
            <pc:sldMk cId="1065612441" sldId="262"/>
            <ac:picMk id="61" creationId="{ACB739D9-56ED-82A5-4E4E-D8B7606ED1A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532" y="1001553"/>
            <a:ext cx="5049361" cy="2130602"/>
          </a:xfrm>
        </p:spPr>
        <p:txBody>
          <a:bodyPr anchor="b"/>
          <a:lstStyle>
            <a:lvl1pPr algn="ctr"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53" y="3214319"/>
            <a:ext cx="4455319" cy="1477538"/>
          </a:xfrm>
        </p:spPr>
        <p:txBody>
          <a:bodyPr/>
          <a:lstStyle>
            <a:lvl1pPr marL="0" indent="0" algn="ctr">
              <a:buNone/>
              <a:defRPr sz="1559"/>
            </a:lvl1pPr>
            <a:lvl2pPr marL="297043" indent="0" algn="ctr">
              <a:buNone/>
              <a:defRPr sz="1299"/>
            </a:lvl2pPr>
            <a:lvl3pPr marL="594086" indent="0" algn="ctr">
              <a:buNone/>
              <a:defRPr sz="1169"/>
            </a:lvl3pPr>
            <a:lvl4pPr marL="891129" indent="0" algn="ctr">
              <a:buNone/>
              <a:defRPr sz="1040"/>
            </a:lvl4pPr>
            <a:lvl5pPr marL="1188171" indent="0" algn="ctr">
              <a:buNone/>
              <a:defRPr sz="1040"/>
            </a:lvl5pPr>
            <a:lvl6pPr marL="1485214" indent="0" algn="ctr">
              <a:buNone/>
              <a:defRPr sz="1040"/>
            </a:lvl6pPr>
            <a:lvl7pPr marL="1782257" indent="0" algn="ctr">
              <a:buNone/>
              <a:defRPr sz="1040"/>
            </a:lvl7pPr>
            <a:lvl8pPr marL="2079300" indent="0" algn="ctr">
              <a:buNone/>
              <a:defRPr sz="1040"/>
            </a:lvl8pPr>
            <a:lvl9pPr marL="2376343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183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534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10" y="1525705"/>
            <a:ext cx="5123617" cy="2545672"/>
          </a:xfrm>
        </p:spPr>
        <p:txBody>
          <a:bodyPr anchor="b"/>
          <a:lstStyle>
            <a:lvl1pPr>
              <a:defRPr sz="38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10" y="4095460"/>
            <a:ext cx="5123617" cy="1338709"/>
          </a:xfrm>
        </p:spPr>
        <p:txBody>
          <a:bodyPr/>
          <a:lstStyle>
            <a:lvl1pPr marL="0" indent="0">
              <a:buNone/>
              <a:defRPr sz="1559">
                <a:solidFill>
                  <a:schemeClr val="tx1"/>
                </a:solidFill>
              </a:defRPr>
            </a:lvl1pPr>
            <a:lvl2pPr marL="297043" indent="0">
              <a:buNone/>
              <a:defRPr sz="1299">
                <a:solidFill>
                  <a:schemeClr val="tx1">
                    <a:tint val="75000"/>
                  </a:schemeClr>
                </a:solidFill>
              </a:defRPr>
            </a:lvl2pPr>
            <a:lvl3pPr marL="594086" indent="0">
              <a:buNone/>
              <a:defRPr sz="1169">
                <a:solidFill>
                  <a:schemeClr val="tx1">
                    <a:tint val="75000"/>
                  </a:schemeClr>
                </a:solidFill>
              </a:defRPr>
            </a:lvl3pPr>
            <a:lvl4pPr marL="891129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4pPr>
            <a:lvl5pPr marL="1188171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5pPr>
            <a:lvl6pPr marL="1485214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6pPr>
            <a:lvl7pPr marL="1782257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7pPr>
            <a:lvl8pPr marL="207930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8pPr>
            <a:lvl9pPr marL="2376343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571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404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7340" y="1629117"/>
            <a:ext cx="2524681" cy="3882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5096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325825"/>
            <a:ext cx="5123617" cy="1182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179" y="1500205"/>
            <a:ext cx="2513078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179" y="2235432"/>
            <a:ext cx="2513078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7341" y="1500205"/>
            <a:ext cx="2525454" cy="73522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7341" y="2235432"/>
            <a:ext cx="2525454" cy="3287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5110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827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457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5454" y="881141"/>
            <a:ext cx="3007340" cy="4349034"/>
          </a:xfrm>
        </p:spPr>
        <p:txBody>
          <a:bodyPr/>
          <a:lstStyle>
            <a:lvl1pPr>
              <a:defRPr sz="2079"/>
            </a:lvl1pPr>
            <a:lvl2pPr>
              <a:defRPr sz="1819"/>
            </a:lvl2pPr>
            <a:lvl3pPr>
              <a:defRPr sz="1559"/>
            </a:lvl3pPr>
            <a:lvl4pPr>
              <a:defRPr sz="1299"/>
            </a:lvl4pPr>
            <a:lvl5pPr>
              <a:defRPr sz="1299"/>
            </a:lvl5pPr>
            <a:lvl6pPr>
              <a:defRPr sz="1299"/>
            </a:lvl6pPr>
            <a:lvl7pPr>
              <a:defRPr sz="1299"/>
            </a:lvl7pPr>
            <a:lvl8pPr>
              <a:defRPr sz="1299"/>
            </a:lvl8pPr>
            <a:lvl9pPr>
              <a:defRPr sz="12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798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07988"/>
            <a:ext cx="1915942" cy="1427956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5454" y="881141"/>
            <a:ext cx="3007340" cy="4349034"/>
          </a:xfrm>
        </p:spPr>
        <p:txBody>
          <a:bodyPr anchor="t"/>
          <a:lstStyle>
            <a:lvl1pPr marL="0" indent="0">
              <a:buNone/>
              <a:defRPr sz="2079"/>
            </a:lvl1pPr>
            <a:lvl2pPr marL="297043" indent="0">
              <a:buNone/>
              <a:defRPr sz="1819"/>
            </a:lvl2pPr>
            <a:lvl3pPr marL="594086" indent="0">
              <a:buNone/>
              <a:defRPr sz="1559"/>
            </a:lvl3pPr>
            <a:lvl4pPr marL="891129" indent="0">
              <a:buNone/>
              <a:defRPr sz="1299"/>
            </a:lvl4pPr>
            <a:lvl5pPr marL="1188171" indent="0">
              <a:buNone/>
              <a:defRPr sz="1299"/>
            </a:lvl5pPr>
            <a:lvl6pPr marL="1485214" indent="0">
              <a:buNone/>
              <a:defRPr sz="1299"/>
            </a:lvl6pPr>
            <a:lvl7pPr marL="1782257" indent="0">
              <a:buNone/>
              <a:defRPr sz="1299"/>
            </a:lvl7pPr>
            <a:lvl8pPr marL="2079300" indent="0">
              <a:buNone/>
              <a:defRPr sz="1299"/>
            </a:lvl8pPr>
            <a:lvl9pPr marL="2376343" indent="0">
              <a:buNone/>
              <a:defRPr sz="12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1835944"/>
            <a:ext cx="1915942" cy="3401313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5046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140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1117" y="325823"/>
            <a:ext cx="1280904" cy="51862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405" y="325823"/>
            <a:ext cx="3768457" cy="51862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47F475-F611-46DA-AE4C-EA48501000AE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734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404" y="325825"/>
            <a:ext cx="5123617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404" y="1629117"/>
            <a:ext cx="5123617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404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7F475-F611-46DA-AE4C-EA48501000AE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7766" y="5672162"/>
            <a:ext cx="2004893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5425" y="5672162"/>
            <a:ext cx="133659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E8838-02A5-4AE4-9D0D-9B8D737AF8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059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594086" rtl="0" eaLnBrk="1" latinLnBrk="0" hangingPunct="1">
        <a:lnSpc>
          <a:spcPct val="90000"/>
        </a:lnSpc>
        <a:spcBef>
          <a:spcPct val="0"/>
        </a:spcBef>
        <a:buNone/>
        <a:defRPr sz="2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21" indent="-148521" algn="l" defTabSz="594086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1pPr>
      <a:lvl2pPr marL="4455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42607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3pPr>
      <a:lvl4pPr marL="1039650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336693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633736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930778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227821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5248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1pPr>
      <a:lvl2pPr marL="2970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94086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3pPr>
      <a:lvl4pPr marL="891129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188171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485214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782257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07930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3763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1828B9-6F31-EF40-74B4-A57ACCE8E50F}"/>
              </a:ext>
            </a:extLst>
          </p:cNvPr>
          <p:cNvSpPr txBox="1"/>
          <p:nvPr/>
        </p:nvSpPr>
        <p:spPr>
          <a:xfrm>
            <a:off x="-57694" y="-54429"/>
            <a:ext cx="64210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Normalized Mean Absolute Error (MAE</a:t>
            </a:r>
            <a:r>
              <a:rPr lang="en-US" sz="1000" b="1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) for 24-hourly total precipitation (tp)</a:t>
            </a:r>
          </a:p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Schematic on how to interpret MAE</a:t>
            </a:r>
            <a:r>
              <a:rPr lang="en-US" sz="10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B3B7E0-B6FE-E888-7274-CADBBC328FCA}"/>
              </a:ext>
            </a:extLst>
          </p:cNvPr>
          <p:cNvSpPr txBox="1"/>
          <p:nvPr/>
        </p:nvSpPr>
        <p:spPr>
          <a:xfrm>
            <a:off x="170229" y="360629"/>
            <a:ext cx="1692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(a) Schematic representation and computation of MAE and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 at a specific rain gauge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FB9ADC2-8DF3-05ED-FE46-424CBF92C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1" y="756417"/>
            <a:ext cx="1969208" cy="2085043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137BF03A-6269-8776-D300-6AF5A5637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333" y="837242"/>
            <a:ext cx="1993094" cy="1742111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B27EA847-06E9-1F4F-A55F-B8F3B35B35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30891" y="838223"/>
            <a:ext cx="1994400" cy="1743253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801D5D7A-DEFB-B953-9EF8-3CD3FE6128E1}"/>
              </a:ext>
            </a:extLst>
          </p:cNvPr>
          <p:cNvGrpSpPr/>
          <p:nvPr/>
        </p:nvGrpSpPr>
        <p:grpSpPr>
          <a:xfrm>
            <a:off x="1619644" y="2569413"/>
            <a:ext cx="4159265" cy="846578"/>
            <a:chOff x="679874" y="2405626"/>
            <a:chExt cx="4159265" cy="8465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F87F7D0-9513-8BA1-E1AC-0B49CD1435EA}"/>
                    </a:ext>
                  </a:extLst>
                </p:cNvPr>
                <p:cNvSpPr txBox="1"/>
                <p:nvPr/>
              </p:nvSpPr>
              <p:spPr>
                <a:xfrm>
                  <a:off x="679874" y="2541913"/>
                  <a:ext cx="2013153" cy="5740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800" dirty="0">
                      <a:solidFill>
                        <a:srgbClr val="990033"/>
                      </a:solidFill>
                      <a:latin typeface="Aptos" panose="020B0004020202020204" pitchFamily="34" charset="0"/>
                    </a:rPr>
                    <a:t>MAE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800" i="1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GB" sz="800" i="1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tpOBS</m:t>
                          </m:r>
                          <m:d>
                            <m:dPr>
                              <m:ctrlPr>
                                <a:rPr lang="en-GB" sz="800" b="0" i="1" smtClean="0">
                                  <a:solidFill>
                                    <a:srgbClr val="9900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GB" sz="800" b="0" i="0" smtClean="0">
                                  <a:solidFill>
                                    <a:srgbClr val="990033"/>
                                  </a:solidFill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m:rPr>
                                  <m:sty m:val="p"/>
                                </m:rPr>
                                <a:rPr lang="en-GB" sz="800" b="0" i="0" baseline="-25000" smtClean="0">
                                  <a:solidFill>
                                    <a:srgbClr val="990033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en-GB" sz="800" b="0" i="0" baseline="30000" smtClean="0">
                                  <a:solidFill>
                                    <a:srgbClr val="990033"/>
                                  </a:solidFill>
                                  <a:latin typeface="Cambria Math" panose="02040503050406030204" pitchFamily="18" charset="0"/>
                                </a:rPr>
                                <m:t>th</m:t>
                              </m:r>
                            </m:e>
                          </m:d>
                          <m: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tpNWP</m:t>
                          </m:r>
                          <m: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xith</m:t>
                          </m:r>
                          <m:r>
                            <a:rPr lang="en-GB" sz="800" b="0" i="0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800" b="0" i="1" smtClean="0">
                              <a:solidFill>
                                <a:srgbClr val="990033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a14:m>
                  <a:r>
                    <a:rPr lang="en-GB" sz="800" b="0" dirty="0">
                      <a:solidFill>
                        <a:srgbClr val="FF0066"/>
                      </a:solidFill>
                      <a:latin typeface="Aptos" panose="020B0004020202020204" pitchFamily="34" charset="0"/>
                    </a:rPr>
                    <a:t> </a:t>
                  </a:r>
                </a:p>
                <a:p>
                  <a:pPr algn="ctr"/>
                  <a:endParaRPr lang="en-GB" sz="200" dirty="0">
                    <a:solidFill>
                      <a:schemeClr val="bg2">
                        <a:lumMod val="50000"/>
                      </a:schemeClr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r>
                    <a:rPr lang="en-GB" sz="800" dirty="0">
                      <a:solidFill>
                        <a:srgbClr val="990033"/>
                      </a:solidFill>
                      <a:latin typeface="Aptos" panose="020B0004020202020204" pitchFamily="34" charset="0"/>
                    </a:rPr>
                    <a:t>n = tot n. of percentiles sampling ECDF</a:t>
                  </a:r>
                </a:p>
                <a:p>
                  <a:pPr algn="ctr"/>
                  <a:endParaRPr lang="en-GB" sz="200" dirty="0">
                    <a:solidFill>
                      <a:srgbClr val="990033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r>
                    <a:rPr lang="en-GB" sz="800" dirty="0">
                      <a:solidFill>
                        <a:srgbClr val="990033"/>
                      </a:solidFill>
                      <a:latin typeface="Aptos" panose="020B0004020202020204" pitchFamily="34" charset="0"/>
                    </a:rPr>
                    <a:t>MAE is expressed in mm</a:t>
                  </a: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F87F7D0-9513-8BA1-E1AC-0B49CD143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874" y="2541913"/>
                  <a:ext cx="2013153" cy="574003"/>
                </a:xfrm>
                <a:prstGeom prst="rect">
                  <a:avLst/>
                </a:prstGeom>
                <a:blipFill>
                  <a:blip r:embed="rId5"/>
                  <a:stretch>
                    <a:fillRect t="-27660" b="-3191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A94C325-717B-6538-1600-3AD7E22DED30}"/>
                    </a:ext>
                  </a:extLst>
                </p:cNvPr>
                <p:cNvSpPr txBox="1"/>
                <p:nvPr/>
              </p:nvSpPr>
              <p:spPr>
                <a:xfrm>
                  <a:off x="2561467" y="2405626"/>
                  <a:ext cx="2277672" cy="8465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800" b="1" dirty="0">
                      <a:solidFill>
                        <a:srgbClr val="7030A0"/>
                      </a:solidFill>
                      <a:latin typeface="Aptos" panose="020B0004020202020204" pitchFamily="34" charset="0"/>
                    </a:rPr>
                    <a:t>MAE</a:t>
                  </a:r>
                  <a:r>
                    <a:rPr lang="en-GB" sz="800" b="1" baseline="-25000" dirty="0">
                      <a:solidFill>
                        <a:srgbClr val="7030A0"/>
                      </a:solidFill>
                      <a:latin typeface="Aptos" panose="020B0004020202020204" pitchFamily="34" charset="0"/>
                    </a:rPr>
                    <a:t>NORM</a:t>
                  </a:r>
                  <a:r>
                    <a:rPr lang="en-GB" sz="800" b="1" dirty="0">
                      <a:solidFill>
                        <a:srgbClr val="7030A0"/>
                      </a:solidFill>
                      <a:latin typeface="Aptos" panose="020B0004020202020204" pitchFamily="34" charset="0"/>
                    </a:rPr>
                    <a:t>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1000" b="1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𝐌𝐀𝐄</m:t>
                          </m:r>
                        </m:num>
                        <m:den>
                          <m:r>
                            <a:rPr lang="en-US" sz="10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𝐚𝐯𝐞𝐫𝐚𝐠𝐞</m:t>
                          </m:r>
                          <m:r>
                            <a:rPr lang="en-US" sz="10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0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𝐭𝐩𝐎𝐁𝐒</m:t>
                          </m:r>
                          <m:r>
                            <a:rPr lang="en-US" sz="1000" b="1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a14:m>
                  <a:endParaRPr lang="en-GB" sz="1000" b="1" dirty="0">
                    <a:solidFill>
                      <a:srgbClr val="7030A0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endParaRPr lang="en-GB" sz="200" dirty="0">
                    <a:solidFill>
                      <a:srgbClr val="7030A0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r>
                    <a:rPr lang="en-GB" sz="800" dirty="0">
                      <a:solidFill>
                        <a:srgbClr val="7030A0"/>
                      </a:solidFill>
                    </a:rPr>
                    <a:t>average(tp</a:t>
                  </a:r>
                  <a:r>
                    <a:rPr lang="en-GB" sz="800" baseline="-25000" dirty="0">
                      <a:solidFill>
                        <a:srgbClr val="7030A0"/>
                      </a:solidFill>
                    </a:rPr>
                    <a:t>OBS</a:t>
                  </a:r>
                  <a:r>
                    <a:rPr lang="en-GB" sz="800" dirty="0">
                      <a:solidFill>
                        <a:srgbClr val="7030A0"/>
                      </a:solidFill>
                    </a:rPr>
                    <a:t>) =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8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8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800" b="0" i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GB" sz="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5"/>
                            </m:rPr>
                            <a:rPr lang="en-US" sz="8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800" b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8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800" b="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sup>
                        <m:e>
                          <m:d>
                            <m:dPr>
                              <m:ctrlPr>
                                <a:rPr lang="en-US" sz="8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800" b="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tp</m:t>
                              </m:r>
                              <m:r>
                                <m:rPr>
                                  <m:sty m:val="p"/>
                                </m:rPr>
                                <a:rPr lang="en-US" sz="800" b="0" i="1" baseline="-2500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OBS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800" b="0" i="1" baseline="-2500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</m:nary>
                    </m:oMath>
                  </a14:m>
                  <a:endParaRPr lang="en-GB" sz="800" dirty="0">
                    <a:solidFill>
                      <a:srgbClr val="7030A0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endParaRPr lang="en-GB" sz="200" dirty="0">
                    <a:solidFill>
                      <a:srgbClr val="7030A0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r>
                    <a:rPr lang="en-GB" sz="800" dirty="0">
                      <a:solidFill>
                        <a:srgbClr val="7030A0"/>
                      </a:solidFill>
                      <a:latin typeface="Aptos" panose="020B0004020202020204" pitchFamily="34" charset="0"/>
                    </a:rPr>
                    <a:t>m = tot n. of observed records in the rain gauge</a:t>
                  </a:r>
                </a:p>
                <a:p>
                  <a:pPr algn="ctr"/>
                  <a:endParaRPr lang="en-GB" sz="200" dirty="0">
                    <a:solidFill>
                      <a:srgbClr val="7030A0"/>
                    </a:solidFill>
                    <a:latin typeface="Aptos" panose="020B0004020202020204" pitchFamily="34" charset="0"/>
                  </a:endParaRPr>
                </a:p>
                <a:p>
                  <a:pPr algn="ctr"/>
                  <a:r>
                    <a:rPr lang="en-GB" sz="800" dirty="0">
                      <a:solidFill>
                        <a:srgbClr val="7030A0"/>
                      </a:solidFill>
                      <a:latin typeface="Aptos" panose="020B0004020202020204" pitchFamily="34" charset="0"/>
                    </a:rPr>
                    <a:t>MAE</a:t>
                  </a:r>
                  <a:r>
                    <a:rPr lang="en-GB" sz="800" baseline="-25000" dirty="0">
                      <a:solidFill>
                        <a:srgbClr val="7030A0"/>
                      </a:solidFill>
                      <a:latin typeface="Aptos" panose="020B0004020202020204" pitchFamily="34" charset="0"/>
                    </a:rPr>
                    <a:t>NORM</a:t>
                  </a:r>
                  <a:r>
                    <a:rPr lang="en-GB" sz="800" b="1" baseline="-25000" dirty="0">
                      <a:solidFill>
                        <a:srgbClr val="7030A0"/>
                      </a:solidFill>
                      <a:latin typeface="Aptos" panose="020B0004020202020204" pitchFamily="34" charset="0"/>
                    </a:rPr>
                    <a:t> </a:t>
                  </a:r>
                  <a:r>
                    <a:rPr lang="en-GB" sz="800" dirty="0">
                      <a:solidFill>
                        <a:srgbClr val="7030A0"/>
                      </a:solidFill>
                      <a:latin typeface="Aptos" panose="020B0004020202020204" pitchFamily="34" charset="0"/>
                    </a:rPr>
                    <a:t>is adimensional</a:t>
                  </a: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A94C325-717B-6538-1600-3AD7E22DED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1467" y="2405626"/>
                  <a:ext cx="2277672" cy="846578"/>
                </a:xfrm>
                <a:prstGeom prst="rect">
                  <a:avLst/>
                </a:prstGeom>
                <a:blipFill>
                  <a:blip r:embed="rId6"/>
                  <a:stretch>
                    <a:fillRect b="-1439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7FE880FD-1DC9-0D9C-F9DB-CB0DA434E3CF}"/>
              </a:ext>
            </a:extLst>
          </p:cNvPr>
          <p:cNvSpPr txBox="1"/>
          <p:nvPr/>
        </p:nvSpPr>
        <p:spPr>
          <a:xfrm>
            <a:off x="2893432" y="1436884"/>
            <a:ext cx="940283" cy="646331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990033"/>
                </a:solidFill>
                <a:latin typeface="Aptos" panose="020B0004020202020204" pitchFamily="34" charset="0"/>
              </a:rPr>
              <a:t>MAE = 5.28 mm</a:t>
            </a:r>
          </a:p>
          <a:p>
            <a:endParaRPr lang="en-GB" sz="2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8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average(tp</a:t>
            </a:r>
            <a:r>
              <a:rPr lang="en-GB" sz="800" baseline="-250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OBS</a:t>
            </a:r>
            <a:r>
              <a:rPr lang="en-GB" sz="8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) = </a:t>
            </a:r>
          </a:p>
          <a:p>
            <a:r>
              <a:rPr lang="en-GB" sz="8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5.55 mm</a:t>
            </a:r>
          </a:p>
          <a:p>
            <a:endParaRPr lang="en-GB" sz="2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7030A0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7030A0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7030A0"/>
                </a:solidFill>
                <a:latin typeface="Aptos" panose="020B0004020202020204" pitchFamily="34" charset="0"/>
              </a:rPr>
              <a:t> = 0.953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BB2C37-7129-36F3-FE78-ECD1DAC88A88}"/>
              </a:ext>
            </a:extLst>
          </p:cNvPr>
          <p:cNvSpPr txBox="1"/>
          <p:nvPr/>
        </p:nvSpPr>
        <p:spPr>
          <a:xfrm>
            <a:off x="4751796" y="1436884"/>
            <a:ext cx="965477" cy="646331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990033"/>
                </a:solidFill>
                <a:latin typeface="Aptos" panose="020B0004020202020204" pitchFamily="34" charset="0"/>
              </a:rPr>
              <a:t>MAE = 29.29 mm</a:t>
            </a:r>
          </a:p>
          <a:p>
            <a:endParaRPr lang="en-GB" sz="2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8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average(tp</a:t>
            </a:r>
            <a:r>
              <a:rPr lang="en-GB" sz="800" baseline="-250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OBS</a:t>
            </a:r>
            <a:r>
              <a:rPr lang="en-GB" sz="8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) = 30.75 mm</a:t>
            </a:r>
          </a:p>
          <a:p>
            <a:endParaRPr lang="en-GB" sz="2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7030A0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7030A0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7030A0"/>
                </a:solidFill>
                <a:latin typeface="Aptos" panose="020B0004020202020204" pitchFamily="34" charset="0"/>
              </a:rPr>
              <a:t> </a:t>
            </a:r>
            <a:r>
              <a:rPr lang="en-GB" sz="800" b="1">
                <a:solidFill>
                  <a:srgbClr val="7030A0"/>
                </a:solidFill>
                <a:latin typeface="Aptos" panose="020B0004020202020204" pitchFamily="34" charset="0"/>
              </a:rPr>
              <a:t>= 0.953</a:t>
            </a:r>
            <a:endParaRPr lang="en-GB" sz="800" b="1" dirty="0">
              <a:solidFill>
                <a:srgbClr val="7030A0"/>
              </a:solidFill>
              <a:latin typeface="Aptos" panose="020B00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05564F8-6A90-7D78-E81B-BA373EFDC153}"/>
              </a:ext>
            </a:extLst>
          </p:cNvPr>
          <p:cNvSpPr txBox="1"/>
          <p:nvPr/>
        </p:nvSpPr>
        <p:spPr>
          <a:xfrm>
            <a:off x="2296318" y="554461"/>
            <a:ext cx="1857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(b) Example of MAE and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in </a:t>
            </a:r>
            <a:r>
              <a:rPr 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drier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climates</a:t>
            </a:r>
          </a:p>
          <a:p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25EC8FC-F465-0BAD-743E-094228BF1310}"/>
              </a:ext>
            </a:extLst>
          </p:cNvPr>
          <p:cNvSpPr txBox="1"/>
          <p:nvPr/>
        </p:nvSpPr>
        <p:spPr>
          <a:xfrm>
            <a:off x="4154012" y="554461"/>
            <a:ext cx="180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(c) Example of MAE and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in </a:t>
            </a:r>
            <a:r>
              <a:rPr 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wetter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climates</a:t>
            </a:r>
          </a:p>
          <a:p>
            <a:endParaRPr lang="en-US" sz="8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42B316-6AE2-2FFA-27D3-6992ED7197E2}"/>
              </a:ext>
            </a:extLst>
          </p:cNvPr>
          <p:cNvSpPr txBox="1"/>
          <p:nvPr/>
        </p:nvSpPr>
        <p:spPr>
          <a:xfrm>
            <a:off x="-37851" y="3462834"/>
            <a:ext cx="37430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(d) Examples of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values for different degrees of similarity between ECDFs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ACB739D9-56ED-82A5-4E4E-D8B7606ED1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667217"/>
            <a:ext cx="5940425" cy="2504999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CA84774A-1789-EDB7-44F7-58A5AA382302}"/>
              </a:ext>
            </a:extLst>
          </p:cNvPr>
          <p:cNvSpPr txBox="1"/>
          <p:nvPr/>
        </p:nvSpPr>
        <p:spPr>
          <a:xfrm>
            <a:off x="1950157" y="4434622"/>
            <a:ext cx="3621040" cy="1261884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(SUBJECTIVE) CATEGORIES OF SIMILARITY DEGREES BETWEEN ECDFs</a:t>
            </a:r>
          </a:p>
          <a:p>
            <a:endParaRPr lang="en-GB" sz="400" b="1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latin typeface="Aptos" panose="020B0004020202020204" pitchFamily="34" charset="0"/>
              </a:rPr>
              <a:t>NORM</a:t>
            </a:r>
            <a:r>
              <a:rPr lang="en-GB" sz="800" b="1" dirty="0">
                <a:latin typeface="Aptos" panose="020B0004020202020204" pitchFamily="34" charset="0"/>
              </a:rPr>
              <a:t> = 0.097 -&gt; </a:t>
            </a:r>
            <a:r>
              <a:rPr lang="en-GB" sz="800" u="sng" dirty="0">
                <a:latin typeface="Aptos" panose="020B0004020202020204" pitchFamily="34" charset="0"/>
              </a:rPr>
              <a:t>Good</a:t>
            </a:r>
            <a:r>
              <a:rPr lang="en-GB" sz="800" dirty="0">
                <a:latin typeface="Aptos" panose="020B0004020202020204" pitchFamily="34" charset="0"/>
              </a:rPr>
              <a:t> ( &lt; 0.1 )</a:t>
            </a:r>
          </a:p>
          <a:p>
            <a:endParaRPr lang="en-GB" sz="200" b="1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0070C0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0070C0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0070C0"/>
                </a:solidFill>
                <a:latin typeface="Aptos" panose="020B0004020202020204" pitchFamily="34" charset="0"/>
              </a:rPr>
              <a:t> = 0.114 -&gt; </a:t>
            </a:r>
            <a:r>
              <a:rPr lang="en-GB" sz="800" u="sng" dirty="0">
                <a:solidFill>
                  <a:srgbClr val="0070C0"/>
                </a:solidFill>
                <a:latin typeface="Aptos" panose="020B0004020202020204" pitchFamily="34" charset="0"/>
              </a:rPr>
              <a:t>Acceptable</a:t>
            </a:r>
            <a:r>
              <a:rPr lang="en-GB" sz="800" dirty="0">
                <a:solidFill>
                  <a:srgbClr val="0070C0"/>
                </a:solidFill>
                <a:latin typeface="Aptos" panose="020B0004020202020204" pitchFamily="34" charset="0"/>
              </a:rPr>
              <a:t> ( between 0.1 and 0.3 )</a:t>
            </a:r>
          </a:p>
          <a:p>
            <a:endParaRPr lang="en-GB" sz="200" b="1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00B050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00B050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00B050"/>
                </a:solidFill>
                <a:latin typeface="Aptos" panose="020B0004020202020204" pitchFamily="34" charset="0"/>
              </a:rPr>
              <a:t> = 0.466 -&gt; </a:t>
            </a:r>
            <a:r>
              <a:rPr lang="en-GB" sz="800" u="sng" dirty="0">
                <a:solidFill>
                  <a:srgbClr val="00B050"/>
                </a:solidFill>
                <a:latin typeface="Aptos" panose="020B0004020202020204" pitchFamily="34" charset="0"/>
              </a:rPr>
              <a:t>Intermediate</a:t>
            </a:r>
            <a:r>
              <a:rPr lang="en-GB" sz="800" dirty="0">
                <a:solidFill>
                  <a:srgbClr val="00B050"/>
                </a:solidFill>
                <a:latin typeface="Aptos" panose="020B0004020202020204" pitchFamily="34" charset="0"/>
              </a:rPr>
              <a:t> ( between 0.3 and 0.5 )</a:t>
            </a:r>
          </a:p>
          <a:p>
            <a:endParaRPr lang="en-GB" sz="200" b="1" dirty="0">
              <a:solidFill>
                <a:srgbClr val="00B050"/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D6A300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D6A300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D6A300"/>
                </a:solidFill>
                <a:latin typeface="Aptos" panose="020B0004020202020204" pitchFamily="34" charset="0"/>
              </a:rPr>
              <a:t> = 0.953 -&gt; </a:t>
            </a:r>
            <a:r>
              <a:rPr lang="en-GB" sz="800" u="sng" dirty="0">
                <a:solidFill>
                  <a:srgbClr val="D6A300"/>
                </a:solidFill>
                <a:latin typeface="Aptos" panose="020B0004020202020204" pitchFamily="34" charset="0"/>
              </a:rPr>
              <a:t>Poor</a:t>
            </a:r>
            <a:r>
              <a:rPr lang="en-GB" sz="800" dirty="0">
                <a:solidFill>
                  <a:srgbClr val="D6A300"/>
                </a:solidFill>
                <a:latin typeface="Aptos" panose="020B0004020202020204" pitchFamily="34" charset="0"/>
              </a:rPr>
              <a:t> ( between 0.5 and 1 )</a:t>
            </a:r>
          </a:p>
          <a:p>
            <a:endParaRPr lang="en-GB" sz="200" b="1" dirty="0">
              <a:solidFill>
                <a:srgbClr val="FFC000"/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FF0066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FF0066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FF0066"/>
                </a:solidFill>
                <a:latin typeface="Aptos" panose="020B0004020202020204" pitchFamily="34" charset="0"/>
              </a:rPr>
              <a:t> = 2.091 -&gt; </a:t>
            </a:r>
            <a:r>
              <a:rPr lang="en-GB" sz="800" u="sng" dirty="0">
                <a:solidFill>
                  <a:srgbClr val="FF0066"/>
                </a:solidFill>
                <a:latin typeface="Aptos" panose="020B0004020202020204" pitchFamily="34" charset="0"/>
              </a:rPr>
              <a:t>Very poor</a:t>
            </a:r>
            <a:r>
              <a:rPr lang="en-GB" sz="800" dirty="0">
                <a:solidFill>
                  <a:srgbClr val="FF0066"/>
                </a:solidFill>
                <a:latin typeface="Aptos" panose="020B0004020202020204" pitchFamily="34" charset="0"/>
              </a:rPr>
              <a:t> ( &gt; 1 )</a:t>
            </a:r>
          </a:p>
          <a:p>
            <a:endParaRPr lang="en-GB" sz="800" dirty="0">
              <a:solidFill>
                <a:srgbClr val="FF0066"/>
              </a:solidFill>
              <a:latin typeface="Aptos" panose="020B0004020202020204" pitchFamily="34" charset="0"/>
            </a:endParaRPr>
          </a:p>
          <a:p>
            <a:r>
              <a:rPr lang="en-GB" sz="800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CDF in grey -&gt; reference distribution computed from rain gauge observations.</a:t>
            </a:r>
          </a:p>
        </p:txBody>
      </p:sp>
    </p:spTree>
    <p:extLst>
      <p:ext uri="{BB962C8B-B14F-4D97-AF65-F5344CB8AC3E}">
        <p14:creationId xmlns:p14="http://schemas.microsoft.com/office/powerpoint/2010/main" val="1065612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0611FA8-37B7-CD62-A248-A3384B878CBF}"/>
              </a:ext>
            </a:extLst>
          </p:cNvPr>
          <p:cNvCxnSpPr>
            <a:cxnSpLocks/>
          </p:cNvCxnSpPr>
          <p:nvPr/>
        </p:nvCxnSpPr>
        <p:spPr>
          <a:xfrm>
            <a:off x="413814" y="8712051"/>
            <a:ext cx="5949504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6784AAA-16B4-2583-AF4E-02601E8FD11A}"/>
              </a:ext>
            </a:extLst>
          </p:cNvPr>
          <p:cNvCxnSpPr>
            <a:cxnSpLocks/>
          </p:cNvCxnSpPr>
          <p:nvPr/>
        </p:nvCxnSpPr>
        <p:spPr>
          <a:xfrm>
            <a:off x="407110" y="7534901"/>
            <a:ext cx="5956208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6D6ED02E-CF41-1D5D-A32B-8106A97E9751}"/>
              </a:ext>
            </a:extLst>
          </p:cNvPr>
          <p:cNvCxnSpPr>
            <a:cxnSpLocks/>
            <a:stCxn id="304" idx="1"/>
            <a:endCxn id="304" idx="3"/>
          </p:cNvCxnSpPr>
          <p:nvPr/>
        </p:nvCxnSpPr>
        <p:spPr>
          <a:xfrm>
            <a:off x="407111" y="8126629"/>
            <a:ext cx="5956207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3801E778-1042-1D2D-9588-FF3E2388BC3B}"/>
              </a:ext>
            </a:extLst>
          </p:cNvPr>
          <p:cNvSpPr txBox="1"/>
          <p:nvPr/>
        </p:nvSpPr>
        <p:spPr>
          <a:xfrm>
            <a:off x="48257" y="915540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4F8CCB1E-88E4-1CBC-D86A-A4996B65CF5B}"/>
              </a:ext>
            </a:extLst>
          </p:cNvPr>
          <p:cNvSpPr txBox="1"/>
          <p:nvPr/>
        </p:nvSpPr>
        <p:spPr>
          <a:xfrm>
            <a:off x="48257" y="800351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50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33ACA87E-04C9-15FA-CE1A-6978465570CF}"/>
              </a:ext>
            </a:extLst>
          </p:cNvPr>
          <p:cNvSpPr txBox="1"/>
          <p:nvPr/>
        </p:nvSpPr>
        <p:spPr>
          <a:xfrm>
            <a:off x="48257" y="685202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3E242A03-FC76-0D57-DBB1-BD9B115DEE1D}"/>
              </a:ext>
            </a:extLst>
          </p:cNvPr>
          <p:cNvSpPr txBox="1"/>
          <p:nvPr/>
        </p:nvSpPr>
        <p:spPr>
          <a:xfrm>
            <a:off x="48257" y="740634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75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6718E217-ACEB-0548-025D-F43363F4E0D8}"/>
              </a:ext>
            </a:extLst>
          </p:cNvPr>
          <p:cNvSpPr txBox="1"/>
          <p:nvPr/>
        </p:nvSpPr>
        <p:spPr>
          <a:xfrm>
            <a:off x="48257" y="858750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25</a:t>
            </a:r>
          </a:p>
        </p:txBody>
      </p:sp>
      <p:sp>
        <p:nvSpPr>
          <p:cNvPr id="219" name="Freeform: Shape 218">
            <a:extLst>
              <a:ext uri="{FF2B5EF4-FFF2-40B4-BE49-F238E27FC236}">
                <a16:creationId xmlns:a16="http://schemas.microsoft.com/office/drawing/2014/main" id="{7C3C0CCB-590A-B3BE-1D40-3CEE15B83BDB}"/>
              </a:ext>
            </a:extLst>
          </p:cNvPr>
          <p:cNvSpPr/>
          <p:nvPr/>
        </p:nvSpPr>
        <p:spPr>
          <a:xfrm>
            <a:off x="425280" y="802247"/>
            <a:ext cx="2565583" cy="2430725"/>
          </a:xfrm>
          <a:custGeom>
            <a:avLst/>
            <a:gdLst>
              <a:gd name="connsiteX0" fmla="*/ 0 w 2565583"/>
              <a:gd name="connsiteY0" fmla="*/ 2430725 h 2430725"/>
              <a:gd name="connsiteX1" fmla="*/ 3289 w 2565583"/>
              <a:gd name="connsiteY1" fmla="*/ 1835378 h 2430725"/>
              <a:gd name="connsiteX2" fmla="*/ 19735 w 2565583"/>
              <a:gd name="connsiteY2" fmla="*/ 1424227 h 2430725"/>
              <a:gd name="connsiteX3" fmla="*/ 49338 w 2565583"/>
              <a:gd name="connsiteY3" fmla="*/ 1177536 h 2430725"/>
              <a:gd name="connsiteX4" fmla="*/ 88809 w 2565583"/>
              <a:gd name="connsiteY4" fmla="*/ 967027 h 2430725"/>
              <a:gd name="connsiteX5" fmla="*/ 177617 w 2565583"/>
              <a:gd name="connsiteY5" fmla="*/ 756518 h 2430725"/>
              <a:gd name="connsiteX6" fmla="*/ 299318 w 2565583"/>
              <a:gd name="connsiteY6" fmla="*/ 565744 h 2430725"/>
              <a:gd name="connsiteX7" fmla="*/ 467067 w 2565583"/>
              <a:gd name="connsiteY7" fmla="*/ 368391 h 2430725"/>
              <a:gd name="connsiteX8" fmla="*/ 601925 w 2565583"/>
              <a:gd name="connsiteY8" fmla="*/ 246690 h 2430725"/>
              <a:gd name="connsiteX9" fmla="*/ 766385 w 2565583"/>
              <a:gd name="connsiteY9" fmla="*/ 144725 h 2430725"/>
              <a:gd name="connsiteX10" fmla="*/ 980184 w 2565583"/>
              <a:gd name="connsiteY10" fmla="*/ 82230 h 2430725"/>
              <a:gd name="connsiteX11" fmla="*/ 1213718 w 2565583"/>
              <a:gd name="connsiteY11" fmla="*/ 32892 h 2430725"/>
              <a:gd name="connsiteX12" fmla="*/ 1598555 w 2565583"/>
              <a:gd name="connsiteY12" fmla="*/ 13157 h 2430725"/>
              <a:gd name="connsiteX13" fmla="*/ 1947211 w 2565583"/>
              <a:gd name="connsiteY13" fmla="*/ 16446 h 2430725"/>
              <a:gd name="connsiteX14" fmla="*/ 2565583 w 2565583"/>
              <a:gd name="connsiteY14" fmla="*/ 0 h 2430725"/>
              <a:gd name="connsiteX15" fmla="*/ 809145 w 2565583"/>
              <a:gd name="connsiteY15" fmla="*/ 0 h 2430725"/>
              <a:gd name="connsiteX16" fmla="*/ 654552 w 2565583"/>
              <a:gd name="connsiteY16" fmla="*/ 69073 h 2430725"/>
              <a:gd name="connsiteX17" fmla="*/ 532852 w 2565583"/>
              <a:gd name="connsiteY17" fmla="*/ 174328 h 2430725"/>
              <a:gd name="connsiteX18" fmla="*/ 447332 w 2565583"/>
              <a:gd name="connsiteY18" fmla="*/ 305896 h 2430725"/>
              <a:gd name="connsiteX19" fmla="*/ 348656 w 2565583"/>
              <a:gd name="connsiteY19" fmla="*/ 490092 h 2430725"/>
              <a:gd name="connsiteX20" fmla="*/ 286161 w 2565583"/>
              <a:gd name="connsiteY20" fmla="*/ 710469 h 2430725"/>
              <a:gd name="connsiteX21" fmla="*/ 217088 w 2565583"/>
              <a:gd name="connsiteY21" fmla="*/ 960449 h 2430725"/>
              <a:gd name="connsiteX22" fmla="*/ 151303 w 2565583"/>
              <a:gd name="connsiteY22" fmla="*/ 1220296 h 2430725"/>
              <a:gd name="connsiteX23" fmla="*/ 124990 w 2565583"/>
              <a:gd name="connsiteY23" fmla="*/ 1368311 h 2430725"/>
              <a:gd name="connsiteX24" fmla="*/ 78941 w 2565583"/>
              <a:gd name="connsiteY24" fmla="*/ 1654472 h 2430725"/>
              <a:gd name="connsiteX25" fmla="*/ 46049 w 2565583"/>
              <a:gd name="connsiteY25" fmla="*/ 1888006 h 2430725"/>
              <a:gd name="connsiteX26" fmla="*/ 23024 w 2565583"/>
              <a:gd name="connsiteY26" fmla="*/ 2161010 h 2430725"/>
              <a:gd name="connsiteX27" fmla="*/ 0 w 2565583"/>
              <a:gd name="connsiteY27" fmla="*/ 2430725 h 2430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565583" h="2430725">
                <a:moveTo>
                  <a:pt x="0" y="2430725"/>
                </a:moveTo>
                <a:cubicBezTo>
                  <a:pt x="1096" y="2232276"/>
                  <a:pt x="2193" y="2033827"/>
                  <a:pt x="3289" y="1835378"/>
                </a:cubicBezTo>
                <a:lnTo>
                  <a:pt x="19735" y="1424227"/>
                </a:lnTo>
                <a:lnTo>
                  <a:pt x="49338" y="1177536"/>
                </a:lnTo>
                <a:lnTo>
                  <a:pt x="88809" y="967027"/>
                </a:lnTo>
                <a:lnTo>
                  <a:pt x="177617" y="756518"/>
                </a:lnTo>
                <a:lnTo>
                  <a:pt x="299318" y="565744"/>
                </a:lnTo>
                <a:lnTo>
                  <a:pt x="467067" y="368391"/>
                </a:lnTo>
                <a:lnTo>
                  <a:pt x="601925" y="246690"/>
                </a:lnTo>
                <a:lnTo>
                  <a:pt x="766385" y="144725"/>
                </a:lnTo>
                <a:lnTo>
                  <a:pt x="980184" y="82230"/>
                </a:lnTo>
                <a:lnTo>
                  <a:pt x="1213718" y="32892"/>
                </a:lnTo>
                <a:lnTo>
                  <a:pt x="1598555" y="13157"/>
                </a:lnTo>
                <a:lnTo>
                  <a:pt x="1947211" y="16446"/>
                </a:lnTo>
                <a:lnTo>
                  <a:pt x="2565583" y="0"/>
                </a:lnTo>
                <a:lnTo>
                  <a:pt x="809145" y="0"/>
                </a:lnTo>
                <a:lnTo>
                  <a:pt x="654552" y="69073"/>
                </a:lnTo>
                <a:lnTo>
                  <a:pt x="532852" y="174328"/>
                </a:lnTo>
                <a:lnTo>
                  <a:pt x="447332" y="305896"/>
                </a:lnTo>
                <a:lnTo>
                  <a:pt x="348656" y="490092"/>
                </a:lnTo>
                <a:lnTo>
                  <a:pt x="286161" y="710469"/>
                </a:lnTo>
                <a:lnTo>
                  <a:pt x="217088" y="960449"/>
                </a:lnTo>
                <a:lnTo>
                  <a:pt x="151303" y="1220296"/>
                </a:lnTo>
                <a:lnTo>
                  <a:pt x="124990" y="1368311"/>
                </a:lnTo>
                <a:lnTo>
                  <a:pt x="78941" y="1654472"/>
                </a:lnTo>
                <a:lnTo>
                  <a:pt x="46049" y="1888006"/>
                </a:lnTo>
                <a:lnTo>
                  <a:pt x="23024" y="2161010"/>
                </a:lnTo>
                <a:lnTo>
                  <a:pt x="0" y="2430725"/>
                </a:lnTo>
                <a:close/>
              </a:path>
            </a:pathLst>
          </a:custGeom>
          <a:solidFill>
            <a:srgbClr val="990033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20" name="Freeform: Shape 219">
            <a:extLst>
              <a:ext uri="{FF2B5EF4-FFF2-40B4-BE49-F238E27FC236}">
                <a16:creationId xmlns:a16="http://schemas.microsoft.com/office/drawing/2014/main" id="{3D5C70CC-28D1-88BD-02A3-3FEE0E41D38F}"/>
              </a:ext>
            </a:extLst>
          </p:cNvPr>
          <p:cNvSpPr/>
          <p:nvPr/>
        </p:nvSpPr>
        <p:spPr>
          <a:xfrm>
            <a:off x="428354" y="3929937"/>
            <a:ext cx="420682" cy="2322517"/>
          </a:xfrm>
          <a:custGeom>
            <a:avLst/>
            <a:gdLst>
              <a:gd name="connsiteX0" fmla="*/ 0 w 420682"/>
              <a:gd name="connsiteY0" fmla="*/ 2322517 h 2322517"/>
              <a:gd name="connsiteX1" fmla="*/ 2921 w 420682"/>
              <a:gd name="connsiteY1" fmla="*/ 1627223 h 2322517"/>
              <a:gd name="connsiteX2" fmla="*/ 11686 w 420682"/>
              <a:gd name="connsiteY2" fmla="*/ 1063391 h 2322517"/>
              <a:gd name="connsiteX3" fmla="*/ 14607 w 420682"/>
              <a:gd name="connsiteY3" fmla="*/ 575517 h 2322517"/>
              <a:gd name="connsiteX4" fmla="*/ 35057 w 420682"/>
              <a:gd name="connsiteY4" fmla="*/ 368097 h 2322517"/>
              <a:gd name="connsiteX5" fmla="*/ 52585 w 420682"/>
              <a:gd name="connsiteY5" fmla="*/ 236634 h 2322517"/>
              <a:gd name="connsiteX6" fmla="*/ 128542 w 420682"/>
              <a:gd name="connsiteY6" fmla="*/ 111013 h 2322517"/>
              <a:gd name="connsiteX7" fmla="*/ 236634 w 420682"/>
              <a:gd name="connsiteY7" fmla="*/ 67192 h 2322517"/>
              <a:gd name="connsiteX8" fmla="*/ 324276 w 420682"/>
              <a:gd name="connsiteY8" fmla="*/ 35057 h 2322517"/>
              <a:gd name="connsiteX9" fmla="*/ 420682 w 420682"/>
              <a:gd name="connsiteY9" fmla="*/ 2921 h 2322517"/>
              <a:gd name="connsiteX10" fmla="*/ 119778 w 420682"/>
              <a:gd name="connsiteY10" fmla="*/ 0 h 2322517"/>
              <a:gd name="connsiteX11" fmla="*/ 102249 w 420682"/>
              <a:gd name="connsiteY11" fmla="*/ 96406 h 2322517"/>
              <a:gd name="connsiteX12" fmla="*/ 87642 w 420682"/>
              <a:gd name="connsiteY12" fmla="*/ 222027 h 2322517"/>
              <a:gd name="connsiteX13" fmla="*/ 78878 w 420682"/>
              <a:gd name="connsiteY13" fmla="*/ 394389 h 2322517"/>
              <a:gd name="connsiteX14" fmla="*/ 58428 w 420682"/>
              <a:gd name="connsiteY14" fmla="*/ 800465 h 2322517"/>
              <a:gd name="connsiteX15" fmla="*/ 40900 w 420682"/>
              <a:gd name="connsiteY15" fmla="*/ 1104291 h 2322517"/>
              <a:gd name="connsiteX16" fmla="*/ 32136 w 420682"/>
              <a:gd name="connsiteY16" fmla="*/ 1381825 h 2322517"/>
              <a:gd name="connsiteX17" fmla="*/ 17528 w 420682"/>
              <a:gd name="connsiteY17" fmla="*/ 1606773 h 2322517"/>
              <a:gd name="connsiteX18" fmla="*/ 11686 w 420682"/>
              <a:gd name="connsiteY18" fmla="*/ 1828800 h 2322517"/>
              <a:gd name="connsiteX19" fmla="*/ 0 w 420682"/>
              <a:gd name="connsiteY19" fmla="*/ 2322517 h 2322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20682" h="2322517">
                <a:moveTo>
                  <a:pt x="0" y="2322517"/>
                </a:moveTo>
                <a:cubicBezTo>
                  <a:pt x="974" y="2090752"/>
                  <a:pt x="1947" y="1858988"/>
                  <a:pt x="2921" y="1627223"/>
                </a:cubicBezTo>
                <a:lnTo>
                  <a:pt x="11686" y="1063391"/>
                </a:lnTo>
                <a:cubicBezTo>
                  <a:pt x="12660" y="900766"/>
                  <a:pt x="13633" y="738142"/>
                  <a:pt x="14607" y="575517"/>
                </a:cubicBezTo>
                <a:lnTo>
                  <a:pt x="35057" y="368097"/>
                </a:lnTo>
                <a:lnTo>
                  <a:pt x="52585" y="236634"/>
                </a:lnTo>
                <a:lnTo>
                  <a:pt x="128542" y="111013"/>
                </a:lnTo>
                <a:lnTo>
                  <a:pt x="236634" y="67192"/>
                </a:lnTo>
                <a:lnTo>
                  <a:pt x="324276" y="35057"/>
                </a:lnTo>
                <a:lnTo>
                  <a:pt x="420682" y="2921"/>
                </a:lnTo>
                <a:lnTo>
                  <a:pt x="119778" y="0"/>
                </a:lnTo>
                <a:lnTo>
                  <a:pt x="102249" y="96406"/>
                </a:lnTo>
                <a:lnTo>
                  <a:pt x="87642" y="222027"/>
                </a:lnTo>
                <a:lnTo>
                  <a:pt x="78878" y="394389"/>
                </a:lnTo>
                <a:lnTo>
                  <a:pt x="58428" y="800465"/>
                </a:lnTo>
                <a:lnTo>
                  <a:pt x="40900" y="1104291"/>
                </a:lnTo>
                <a:lnTo>
                  <a:pt x="32136" y="1381825"/>
                </a:lnTo>
                <a:lnTo>
                  <a:pt x="17528" y="1606773"/>
                </a:lnTo>
                <a:lnTo>
                  <a:pt x="11686" y="1828800"/>
                </a:lnTo>
                <a:lnTo>
                  <a:pt x="0" y="2322517"/>
                </a:lnTo>
                <a:close/>
              </a:path>
            </a:pathLst>
          </a:custGeom>
          <a:solidFill>
            <a:srgbClr val="990033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527D24D6-2D6D-8150-2767-8676C8621C8C}"/>
              </a:ext>
            </a:extLst>
          </p:cNvPr>
          <p:cNvCxnSpPr>
            <a:cxnSpLocks/>
          </p:cNvCxnSpPr>
          <p:nvPr/>
        </p:nvCxnSpPr>
        <p:spPr>
          <a:xfrm rot="16200000">
            <a:off x="-226225" y="5077543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8EFBE2C-732B-D121-F1B3-451764B0D7F0}"/>
              </a:ext>
            </a:extLst>
          </p:cNvPr>
          <p:cNvCxnSpPr>
            <a:cxnSpLocks/>
          </p:cNvCxnSpPr>
          <p:nvPr/>
        </p:nvCxnSpPr>
        <p:spPr>
          <a:xfrm rot="16200000">
            <a:off x="287501" y="5077544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942DFF9F-0F85-655C-FDE7-B5EF1F2B7244}"/>
              </a:ext>
            </a:extLst>
          </p:cNvPr>
          <p:cNvCxnSpPr>
            <a:cxnSpLocks/>
          </p:cNvCxnSpPr>
          <p:nvPr/>
        </p:nvCxnSpPr>
        <p:spPr>
          <a:xfrm rot="16200000">
            <a:off x="801227" y="5077544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AE947125-78FF-F2FB-849E-6686CDAC35AC}"/>
              </a:ext>
            </a:extLst>
          </p:cNvPr>
          <p:cNvCxnSpPr>
            <a:cxnSpLocks/>
          </p:cNvCxnSpPr>
          <p:nvPr/>
        </p:nvCxnSpPr>
        <p:spPr>
          <a:xfrm rot="16200000">
            <a:off x="1314953" y="5077544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C49E0DC1-B55A-BB57-DF44-4A94F0044C07}"/>
              </a:ext>
            </a:extLst>
          </p:cNvPr>
          <p:cNvCxnSpPr>
            <a:cxnSpLocks/>
          </p:cNvCxnSpPr>
          <p:nvPr/>
        </p:nvCxnSpPr>
        <p:spPr>
          <a:xfrm>
            <a:off x="428248" y="5662366"/>
            <a:ext cx="2570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65912797-6B37-1039-CA39-EE4824FFD822}"/>
              </a:ext>
            </a:extLst>
          </p:cNvPr>
          <p:cNvCxnSpPr>
            <a:cxnSpLocks/>
          </p:cNvCxnSpPr>
          <p:nvPr/>
        </p:nvCxnSpPr>
        <p:spPr>
          <a:xfrm>
            <a:off x="428248" y="4494550"/>
            <a:ext cx="2570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77F17A41-D0B9-E5CD-6D0A-5C1489801D26}"/>
              </a:ext>
            </a:extLst>
          </p:cNvPr>
          <p:cNvCxnSpPr>
            <a:cxnSpLocks/>
          </p:cNvCxnSpPr>
          <p:nvPr/>
        </p:nvCxnSpPr>
        <p:spPr>
          <a:xfrm>
            <a:off x="428248" y="5078458"/>
            <a:ext cx="2570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Rectangle 227">
            <a:extLst>
              <a:ext uri="{FF2B5EF4-FFF2-40B4-BE49-F238E27FC236}">
                <a16:creationId xmlns:a16="http://schemas.microsoft.com/office/drawing/2014/main" id="{E41EE540-2E01-FE4E-E457-FFB07F181EEC}"/>
              </a:ext>
            </a:extLst>
          </p:cNvPr>
          <p:cNvSpPr/>
          <p:nvPr/>
        </p:nvSpPr>
        <p:spPr>
          <a:xfrm>
            <a:off x="428248" y="3909343"/>
            <a:ext cx="2568633" cy="2335877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6664CF02-149A-C1E0-DE00-A79E0872657B}"/>
              </a:ext>
            </a:extLst>
          </p:cNvPr>
          <p:cNvSpPr/>
          <p:nvPr/>
        </p:nvSpPr>
        <p:spPr>
          <a:xfrm>
            <a:off x="438100" y="3925580"/>
            <a:ext cx="121595" cy="2312413"/>
          </a:xfrm>
          <a:custGeom>
            <a:avLst/>
            <a:gdLst>
              <a:gd name="connsiteX0" fmla="*/ 1745 w 578094"/>
              <a:gd name="connsiteY0" fmla="*/ 2313709 h 2313709"/>
              <a:gd name="connsiteX1" fmla="*/ 7287 w 578094"/>
              <a:gd name="connsiteY1" fmla="*/ 1850968 h 2313709"/>
              <a:gd name="connsiteX2" fmla="*/ 59934 w 578094"/>
              <a:gd name="connsiteY2" fmla="*/ 1609898 h 2313709"/>
              <a:gd name="connsiteX3" fmla="*/ 118123 w 578094"/>
              <a:gd name="connsiteY3" fmla="*/ 1332808 h 2313709"/>
              <a:gd name="connsiteX4" fmla="*/ 173541 w 578094"/>
              <a:gd name="connsiteY4" fmla="*/ 972589 h 2313709"/>
              <a:gd name="connsiteX5" fmla="*/ 220647 w 578094"/>
              <a:gd name="connsiteY5" fmla="*/ 753688 h 2313709"/>
              <a:gd name="connsiteX6" fmla="*/ 256668 w 578094"/>
              <a:gd name="connsiteY6" fmla="*/ 459971 h 2313709"/>
              <a:gd name="connsiteX7" fmla="*/ 397985 w 578094"/>
              <a:gd name="connsiteY7" fmla="*/ 315884 h 2313709"/>
              <a:gd name="connsiteX8" fmla="*/ 494967 w 578094"/>
              <a:gd name="connsiteY8" fmla="*/ 163484 h 2313709"/>
              <a:gd name="connsiteX9" fmla="*/ 578094 w 578094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17595 w 577566"/>
              <a:gd name="connsiteY3" fmla="*/ 1332808 h 2313709"/>
              <a:gd name="connsiteX4" fmla="*/ 173013 w 577566"/>
              <a:gd name="connsiteY4" fmla="*/ 972589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73013 w 577566"/>
              <a:gd name="connsiteY4" fmla="*/ 972589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62733 w 577566"/>
              <a:gd name="connsiteY7" fmla="*/ 296592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75148 w 577566"/>
              <a:gd name="connsiteY8" fmla="*/ 148051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2162 w 577566"/>
              <a:gd name="connsiteY3" fmla="*/ 1290367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75148 w 577566"/>
              <a:gd name="connsiteY8" fmla="*/ 148051 h 2313709"/>
              <a:gd name="connsiteX9" fmla="*/ 577566 w 577566"/>
              <a:gd name="connsiteY9" fmla="*/ 0 h 2313709"/>
              <a:gd name="connsiteX0" fmla="*/ 5531 w 581880"/>
              <a:gd name="connsiteY0" fmla="*/ 2313709 h 2313709"/>
              <a:gd name="connsiteX1" fmla="*/ 3357 w 581880"/>
              <a:gd name="connsiteY1" fmla="*/ 1862542 h 2313709"/>
              <a:gd name="connsiteX2" fmla="*/ 52145 w 581880"/>
              <a:gd name="connsiteY2" fmla="*/ 1582890 h 2313709"/>
              <a:gd name="connsiteX3" fmla="*/ 106476 w 581880"/>
              <a:gd name="connsiteY3" fmla="*/ 1290367 h 2313709"/>
              <a:gd name="connsiteX4" fmla="*/ 161895 w 581880"/>
              <a:gd name="connsiteY4" fmla="*/ 964873 h 2313709"/>
              <a:gd name="connsiteX5" fmla="*/ 209000 w 581880"/>
              <a:gd name="connsiteY5" fmla="*/ 745972 h 2313709"/>
              <a:gd name="connsiteX6" fmla="*/ 287462 w 581880"/>
              <a:gd name="connsiteY6" fmla="*/ 467688 h 2313709"/>
              <a:gd name="connsiteX7" fmla="*/ 367047 w 581880"/>
              <a:gd name="connsiteY7" fmla="*/ 296592 h 2313709"/>
              <a:gd name="connsiteX8" fmla="*/ 479462 w 581880"/>
              <a:gd name="connsiteY8" fmla="*/ 148051 h 2313709"/>
              <a:gd name="connsiteX9" fmla="*/ 581880 w 581880"/>
              <a:gd name="connsiteY9" fmla="*/ 0 h 2313709"/>
              <a:gd name="connsiteX0" fmla="*/ 4392 w 580741"/>
              <a:gd name="connsiteY0" fmla="*/ 2313709 h 2313709"/>
              <a:gd name="connsiteX1" fmla="*/ 2218 w 580741"/>
              <a:gd name="connsiteY1" fmla="*/ 1862542 h 2313709"/>
              <a:gd name="connsiteX2" fmla="*/ 35574 w 580741"/>
              <a:gd name="connsiteY2" fmla="*/ 1552024 h 2313709"/>
              <a:gd name="connsiteX3" fmla="*/ 105337 w 580741"/>
              <a:gd name="connsiteY3" fmla="*/ 1290367 h 2313709"/>
              <a:gd name="connsiteX4" fmla="*/ 160756 w 580741"/>
              <a:gd name="connsiteY4" fmla="*/ 964873 h 2313709"/>
              <a:gd name="connsiteX5" fmla="*/ 207861 w 580741"/>
              <a:gd name="connsiteY5" fmla="*/ 745972 h 2313709"/>
              <a:gd name="connsiteX6" fmla="*/ 286323 w 580741"/>
              <a:gd name="connsiteY6" fmla="*/ 467688 h 2313709"/>
              <a:gd name="connsiteX7" fmla="*/ 365908 w 580741"/>
              <a:gd name="connsiteY7" fmla="*/ 296592 h 2313709"/>
              <a:gd name="connsiteX8" fmla="*/ 478323 w 580741"/>
              <a:gd name="connsiteY8" fmla="*/ 148051 h 2313709"/>
              <a:gd name="connsiteX9" fmla="*/ 580741 w 580741"/>
              <a:gd name="connsiteY9" fmla="*/ 0 h 2313709"/>
              <a:gd name="connsiteX0" fmla="*/ 6102 w 582451"/>
              <a:gd name="connsiteY0" fmla="*/ 2313709 h 2313709"/>
              <a:gd name="connsiteX1" fmla="*/ 3928 w 582451"/>
              <a:gd name="connsiteY1" fmla="*/ 1862542 h 2313709"/>
              <a:gd name="connsiteX2" fmla="*/ 60433 w 582451"/>
              <a:gd name="connsiteY2" fmla="*/ 1552024 h 2313709"/>
              <a:gd name="connsiteX3" fmla="*/ 107047 w 582451"/>
              <a:gd name="connsiteY3" fmla="*/ 1290367 h 2313709"/>
              <a:gd name="connsiteX4" fmla="*/ 162466 w 582451"/>
              <a:gd name="connsiteY4" fmla="*/ 964873 h 2313709"/>
              <a:gd name="connsiteX5" fmla="*/ 209571 w 582451"/>
              <a:gd name="connsiteY5" fmla="*/ 745972 h 2313709"/>
              <a:gd name="connsiteX6" fmla="*/ 288033 w 582451"/>
              <a:gd name="connsiteY6" fmla="*/ 467688 h 2313709"/>
              <a:gd name="connsiteX7" fmla="*/ 367618 w 582451"/>
              <a:gd name="connsiteY7" fmla="*/ 296592 h 2313709"/>
              <a:gd name="connsiteX8" fmla="*/ 480033 w 582451"/>
              <a:gd name="connsiteY8" fmla="*/ 148051 h 2313709"/>
              <a:gd name="connsiteX9" fmla="*/ 582451 w 58245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106477 w 581881"/>
              <a:gd name="connsiteY3" fmla="*/ 1290367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106477 w 581881"/>
              <a:gd name="connsiteY3" fmla="*/ 1290367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98760 w 581881"/>
              <a:gd name="connsiteY3" fmla="*/ 1232494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6622 w 582971"/>
              <a:gd name="connsiteY0" fmla="*/ 2313709 h 2313709"/>
              <a:gd name="connsiteX1" fmla="*/ 4448 w 582971"/>
              <a:gd name="connsiteY1" fmla="*/ 1862542 h 2313709"/>
              <a:gd name="connsiteX2" fmla="*/ 8081 w 582971"/>
              <a:gd name="connsiteY2" fmla="*/ 1508369 h 2313709"/>
              <a:gd name="connsiteX3" fmla="*/ 99850 w 582971"/>
              <a:gd name="connsiteY3" fmla="*/ 1232494 h 2313709"/>
              <a:gd name="connsiteX4" fmla="*/ 162986 w 582971"/>
              <a:gd name="connsiteY4" fmla="*/ 964873 h 2313709"/>
              <a:gd name="connsiteX5" fmla="*/ 210091 w 582971"/>
              <a:gd name="connsiteY5" fmla="*/ 745972 h 2313709"/>
              <a:gd name="connsiteX6" fmla="*/ 288553 w 582971"/>
              <a:gd name="connsiteY6" fmla="*/ 467688 h 2313709"/>
              <a:gd name="connsiteX7" fmla="*/ 368138 w 582971"/>
              <a:gd name="connsiteY7" fmla="*/ 296592 h 2313709"/>
              <a:gd name="connsiteX8" fmla="*/ 480553 w 582971"/>
              <a:gd name="connsiteY8" fmla="*/ 148051 h 2313709"/>
              <a:gd name="connsiteX9" fmla="*/ 582971 w 582971"/>
              <a:gd name="connsiteY9" fmla="*/ 0 h 2313709"/>
              <a:gd name="connsiteX0" fmla="*/ 4580 w 580929"/>
              <a:gd name="connsiteY0" fmla="*/ 2313709 h 2313709"/>
              <a:gd name="connsiteX1" fmla="*/ 2406 w 580929"/>
              <a:gd name="connsiteY1" fmla="*/ 1862542 h 2313709"/>
              <a:gd name="connsiteX2" fmla="*/ 6039 w 580929"/>
              <a:gd name="connsiteY2" fmla="*/ 1508369 h 2313709"/>
              <a:gd name="connsiteX3" fmla="*/ 13141 w 580929"/>
              <a:gd name="connsiteY3" fmla="*/ 1091383 h 2313709"/>
              <a:gd name="connsiteX4" fmla="*/ 160944 w 580929"/>
              <a:gd name="connsiteY4" fmla="*/ 964873 h 2313709"/>
              <a:gd name="connsiteX5" fmla="*/ 208049 w 580929"/>
              <a:gd name="connsiteY5" fmla="*/ 745972 h 2313709"/>
              <a:gd name="connsiteX6" fmla="*/ 286511 w 580929"/>
              <a:gd name="connsiteY6" fmla="*/ 467688 h 2313709"/>
              <a:gd name="connsiteX7" fmla="*/ 366096 w 580929"/>
              <a:gd name="connsiteY7" fmla="*/ 296592 h 2313709"/>
              <a:gd name="connsiteX8" fmla="*/ 478511 w 580929"/>
              <a:gd name="connsiteY8" fmla="*/ 148051 h 2313709"/>
              <a:gd name="connsiteX9" fmla="*/ 580929 w 580929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05711 w 578591"/>
              <a:gd name="connsiteY5" fmla="*/ 745972 h 2313709"/>
              <a:gd name="connsiteX6" fmla="*/ 284173 w 578591"/>
              <a:gd name="connsiteY6" fmla="*/ 467688 h 2313709"/>
              <a:gd name="connsiteX7" fmla="*/ 363758 w 578591"/>
              <a:gd name="connsiteY7" fmla="*/ 296592 h 2313709"/>
              <a:gd name="connsiteX8" fmla="*/ 476173 w 578591"/>
              <a:gd name="connsiteY8" fmla="*/ 148051 h 2313709"/>
              <a:gd name="connsiteX9" fmla="*/ 578591 w 578591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7911 w 578591"/>
              <a:gd name="connsiteY5" fmla="*/ 604860 h 2313709"/>
              <a:gd name="connsiteX6" fmla="*/ 284173 w 578591"/>
              <a:gd name="connsiteY6" fmla="*/ 467688 h 2313709"/>
              <a:gd name="connsiteX7" fmla="*/ 363758 w 578591"/>
              <a:gd name="connsiteY7" fmla="*/ 296592 h 2313709"/>
              <a:gd name="connsiteX8" fmla="*/ 476173 w 578591"/>
              <a:gd name="connsiteY8" fmla="*/ 148051 h 2313709"/>
              <a:gd name="connsiteX9" fmla="*/ 578591 w 578591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7911 w 578591"/>
              <a:gd name="connsiteY5" fmla="*/ 604860 h 2313709"/>
              <a:gd name="connsiteX6" fmla="*/ 41462 w 578591"/>
              <a:gd name="connsiteY6" fmla="*/ 402777 h 2313709"/>
              <a:gd name="connsiteX7" fmla="*/ 363758 w 578591"/>
              <a:gd name="connsiteY7" fmla="*/ 296592 h 2313709"/>
              <a:gd name="connsiteX8" fmla="*/ 476173 w 578591"/>
              <a:gd name="connsiteY8" fmla="*/ 148051 h 2313709"/>
              <a:gd name="connsiteX9" fmla="*/ 578591 w 578591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7911 w 578591"/>
              <a:gd name="connsiteY5" fmla="*/ 604860 h 2313709"/>
              <a:gd name="connsiteX6" fmla="*/ 41462 w 578591"/>
              <a:gd name="connsiteY6" fmla="*/ 402777 h 2313709"/>
              <a:gd name="connsiteX7" fmla="*/ 78714 w 578591"/>
              <a:gd name="connsiteY7" fmla="*/ 237325 h 2313709"/>
              <a:gd name="connsiteX8" fmla="*/ 476173 w 578591"/>
              <a:gd name="connsiteY8" fmla="*/ 148051 h 2313709"/>
              <a:gd name="connsiteX9" fmla="*/ 578591 w 578591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7911 w 578591"/>
              <a:gd name="connsiteY5" fmla="*/ 604860 h 2313709"/>
              <a:gd name="connsiteX6" fmla="*/ 41462 w 578591"/>
              <a:gd name="connsiteY6" fmla="*/ 402777 h 2313709"/>
              <a:gd name="connsiteX7" fmla="*/ 78714 w 578591"/>
              <a:gd name="connsiteY7" fmla="*/ 237325 h 2313709"/>
              <a:gd name="connsiteX8" fmla="*/ 92351 w 578591"/>
              <a:gd name="connsiteY8" fmla="*/ 21051 h 2313709"/>
              <a:gd name="connsiteX9" fmla="*/ 578591 w 578591"/>
              <a:gd name="connsiteY9" fmla="*/ 0 h 2313709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78714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78714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7980 w 92351"/>
              <a:gd name="connsiteY3" fmla="*/ 1143709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9269 w 92351"/>
              <a:gd name="connsiteY3" fmla="*/ 1143709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143709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51362 w 92351"/>
              <a:gd name="connsiteY4" fmla="*/ 836579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51362 w 92351"/>
              <a:gd name="connsiteY4" fmla="*/ 836579 h 2292658"/>
              <a:gd name="connsiteX5" fmla="*/ 64600 w 92351"/>
              <a:gd name="connsiteY5" fmla="*/ 580987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51362 w 92351"/>
              <a:gd name="connsiteY4" fmla="*/ 836579 h 2292658"/>
              <a:gd name="connsiteX5" fmla="*/ 64600 w 92351"/>
              <a:gd name="connsiteY5" fmla="*/ 580987 h 2292658"/>
              <a:gd name="connsiteX6" fmla="*/ 75328 w 92351"/>
              <a:gd name="connsiteY6" fmla="*/ 378904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51362 w 92351"/>
              <a:gd name="connsiteY4" fmla="*/ 836579 h 2292658"/>
              <a:gd name="connsiteX5" fmla="*/ 64600 w 92351"/>
              <a:gd name="connsiteY5" fmla="*/ 580987 h 2292658"/>
              <a:gd name="connsiteX6" fmla="*/ 75328 w 92351"/>
              <a:gd name="connsiteY6" fmla="*/ 378904 h 2292658"/>
              <a:gd name="connsiteX7" fmla="*/ 81537 w 92351"/>
              <a:gd name="connsiteY7" fmla="*/ 190874 h 2292658"/>
              <a:gd name="connsiteX8" fmla="*/ 92351 w 92351"/>
              <a:gd name="connsiteY8" fmla="*/ 0 h 2292658"/>
              <a:gd name="connsiteX0" fmla="*/ 2242 w 112106"/>
              <a:gd name="connsiteY0" fmla="*/ 2303947 h 2303947"/>
              <a:gd name="connsiteX1" fmla="*/ 68 w 112106"/>
              <a:gd name="connsiteY1" fmla="*/ 1852780 h 2303947"/>
              <a:gd name="connsiteX2" fmla="*/ 3701 w 112106"/>
              <a:gd name="connsiteY2" fmla="*/ 1498607 h 2303947"/>
              <a:gd name="connsiteX3" fmla="*/ 27737 w 112106"/>
              <a:gd name="connsiteY3" fmla="*/ 1154998 h 2303947"/>
              <a:gd name="connsiteX4" fmla="*/ 51362 w 112106"/>
              <a:gd name="connsiteY4" fmla="*/ 847868 h 2303947"/>
              <a:gd name="connsiteX5" fmla="*/ 64600 w 112106"/>
              <a:gd name="connsiteY5" fmla="*/ 592276 h 2303947"/>
              <a:gd name="connsiteX6" fmla="*/ 75328 w 112106"/>
              <a:gd name="connsiteY6" fmla="*/ 390193 h 2303947"/>
              <a:gd name="connsiteX7" fmla="*/ 81537 w 112106"/>
              <a:gd name="connsiteY7" fmla="*/ 202163 h 2303947"/>
              <a:gd name="connsiteX8" fmla="*/ 112106 w 112106"/>
              <a:gd name="connsiteY8" fmla="*/ 0 h 2303947"/>
              <a:gd name="connsiteX0" fmla="*/ 3241 w 113105"/>
              <a:gd name="connsiteY0" fmla="*/ 2303947 h 2303947"/>
              <a:gd name="connsiteX1" fmla="*/ 1067 w 113105"/>
              <a:gd name="connsiteY1" fmla="*/ 1852780 h 2303947"/>
              <a:gd name="connsiteX2" fmla="*/ 18811 w 113105"/>
              <a:gd name="connsiteY2" fmla="*/ 1498607 h 2303947"/>
              <a:gd name="connsiteX3" fmla="*/ 28736 w 113105"/>
              <a:gd name="connsiteY3" fmla="*/ 1154998 h 2303947"/>
              <a:gd name="connsiteX4" fmla="*/ 52361 w 113105"/>
              <a:gd name="connsiteY4" fmla="*/ 847868 h 2303947"/>
              <a:gd name="connsiteX5" fmla="*/ 65599 w 113105"/>
              <a:gd name="connsiteY5" fmla="*/ 592276 h 2303947"/>
              <a:gd name="connsiteX6" fmla="*/ 76327 w 113105"/>
              <a:gd name="connsiteY6" fmla="*/ 390193 h 2303947"/>
              <a:gd name="connsiteX7" fmla="*/ 82536 w 113105"/>
              <a:gd name="connsiteY7" fmla="*/ 202163 h 2303947"/>
              <a:gd name="connsiteX8" fmla="*/ 113105 w 113105"/>
              <a:gd name="connsiteY8" fmla="*/ 0 h 2303947"/>
              <a:gd name="connsiteX0" fmla="*/ 443 w 110307"/>
              <a:gd name="connsiteY0" fmla="*/ 2303947 h 2303947"/>
              <a:gd name="connsiteX1" fmla="*/ 6736 w 110307"/>
              <a:gd name="connsiteY1" fmla="*/ 1852780 h 2303947"/>
              <a:gd name="connsiteX2" fmla="*/ 16013 w 110307"/>
              <a:gd name="connsiteY2" fmla="*/ 1498607 h 2303947"/>
              <a:gd name="connsiteX3" fmla="*/ 25938 w 110307"/>
              <a:gd name="connsiteY3" fmla="*/ 1154998 h 2303947"/>
              <a:gd name="connsiteX4" fmla="*/ 49563 w 110307"/>
              <a:gd name="connsiteY4" fmla="*/ 847868 h 2303947"/>
              <a:gd name="connsiteX5" fmla="*/ 62801 w 110307"/>
              <a:gd name="connsiteY5" fmla="*/ 592276 h 2303947"/>
              <a:gd name="connsiteX6" fmla="*/ 73529 w 110307"/>
              <a:gd name="connsiteY6" fmla="*/ 390193 h 2303947"/>
              <a:gd name="connsiteX7" fmla="*/ 79738 w 110307"/>
              <a:gd name="connsiteY7" fmla="*/ 202163 h 2303947"/>
              <a:gd name="connsiteX8" fmla="*/ 110307 w 110307"/>
              <a:gd name="connsiteY8" fmla="*/ 0 h 2303947"/>
              <a:gd name="connsiteX0" fmla="*/ 443 w 110307"/>
              <a:gd name="connsiteY0" fmla="*/ 2303947 h 2303947"/>
              <a:gd name="connsiteX1" fmla="*/ 6736 w 110307"/>
              <a:gd name="connsiteY1" fmla="*/ 1852780 h 2303947"/>
              <a:gd name="connsiteX2" fmla="*/ 16013 w 110307"/>
              <a:gd name="connsiteY2" fmla="*/ 1498607 h 2303947"/>
              <a:gd name="connsiteX3" fmla="*/ 25938 w 110307"/>
              <a:gd name="connsiteY3" fmla="*/ 1154998 h 2303947"/>
              <a:gd name="connsiteX4" fmla="*/ 41097 w 110307"/>
              <a:gd name="connsiteY4" fmla="*/ 839401 h 2303947"/>
              <a:gd name="connsiteX5" fmla="*/ 62801 w 110307"/>
              <a:gd name="connsiteY5" fmla="*/ 592276 h 2303947"/>
              <a:gd name="connsiteX6" fmla="*/ 73529 w 110307"/>
              <a:gd name="connsiteY6" fmla="*/ 390193 h 2303947"/>
              <a:gd name="connsiteX7" fmla="*/ 79738 w 110307"/>
              <a:gd name="connsiteY7" fmla="*/ 202163 h 2303947"/>
              <a:gd name="connsiteX8" fmla="*/ 110307 w 110307"/>
              <a:gd name="connsiteY8" fmla="*/ 0 h 2303947"/>
              <a:gd name="connsiteX0" fmla="*/ 443 w 110307"/>
              <a:gd name="connsiteY0" fmla="*/ 2303947 h 2303947"/>
              <a:gd name="connsiteX1" fmla="*/ 6736 w 110307"/>
              <a:gd name="connsiteY1" fmla="*/ 1852780 h 2303947"/>
              <a:gd name="connsiteX2" fmla="*/ 16013 w 110307"/>
              <a:gd name="connsiteY2" fmla="*/ 1498607 h 2303947"/>
              <a:gd name="connsiteX3" fmla="*/ 25938 w 110307"/>
              <a:gd name="connsiteY3" fmla="*/ 1154998 h 2303947"/>
              <a:gd name="connsiteX4" fmla="*/ 41097 w 110307"/>
              <a:gd name="connsiteY4" fmla="*/ 839401 h 2303947"/>
              <a:gd name="connsiteX5" fmla="*/ 54334 w 110307"/>
              <a:gd name="connsiteY5" fmla="*/ 583810 h 2303947"/>
              <a:gd name="connsiteX6" fmla="*/ 73529 w 110307"/>
              <a:gd name="connsiteY6" fmla="*/ 390193 h 2303947"/>
              <a:gd name="connsiteX7" fmla="*/ 79738 w 110307"/>
              <a:gd name="connsiteY7" fmla="*/ 202163 h 2303947"/>
              <a:gd name="connsiteX8" fmla="*/ 110307 w 110307"/>
              <a:gd name="connsiteY8" fmla="*/ 0 h 2303947"/>
              <a:gd name="connsiteX0" fmla="*/ 443 w 110307"/>
              <a:gd name="connsiteY0" fmla="*/ 2303947 h 2303947"/>
              <a:gd name="connsiteX1" fmla="*/ 6736 w 110307"/>
              <a:gd name="connsiteY1" fmla="*/ 1852780 h 2303947"/>
              <a:gd name="connsiteX2" fmla="*/ 16013 w 110307"/>
              <a:gd name="connsiteY2" fmla="*/ 1498607 h 2303947"/>
              <a:gd name="connsiteX3" fmla="*/ 25938 w 110307"/>
              <a:gd name="connsiteY3" fmla="*/ 1154998 h 2303947"/>
              <a:gd name="connsiteX4" fmla="*/ 41097 w 110307"/>
              <a:gd name="connsiteY4" fmla="*/ 839401 h 2303947"/>
              <a:gd name="connsiteX5" fmla="*/ 54334 w 110307"/>
              <a:gd name="connsiteY5" fmla="*/ 583810 h 2303947"/>
              <a:gd name="connsiteX6" fmla="*/ 65063 w 110307"/>
              <a:gd name="connsiteY6" fmla="*/ 387370 h 2303947"/>
              <a:gd name="connsiteX7" fmla="*/ 79738 w 110307"/>
              <a:gd name="connsiteY7" fmla="*/ 202163 h 2303947"/>
              <a:gd name="connsiteX8" fmla="*/ 110307 w 110307"/>
              <a:gd name="connsiteY8" fmla="*/ 0 h 2303947"/>
              <a:gd name="connsiteX0" fmla="*/ 443 w 121595"/>
              <a:gd name="connsiteY0" fmla="*/ 2312413 h 2312413"/>
              <a:gd name="connsiteX1" fmla="*/ 6736 w 121595"/>
              <a:gd name="connsiteY1" fmla="*/ 1861246 h 2312413"/>
              <a:gd name="connsiteX2" fmla="*/ 16013 w 121595"/>
              <a:gd name="connsiteY2" fmla="*/ 1507073 h 2312413"/>
              <a:gd name="connsiteX3" fmla="*/ 25938 w 121595"/>
              <a:gd name="connsiteY3" fmla="*/ 1163464 h 2312413"/>
              <a:gd name="connsiteX4" fmla="*/ 41097 w 121595"/>
              <a:gd name="connsiteY4" fmla="*/ 847867 h 2312413"/>
              <a:gd name="connsiteX5" fmla="*/ 54334 w 121595"/>
              <a:gd name="connsiteY5" fmla="*/ 592276 h 2312413"/>
              <a:gd name="connsiteX6" fmla="*/ 65063 w 121595"/>
              <a:gd name="connsiteY6" fmla="*/ 395836 h 2312413"/>
              <a:gd name="connsiteX7" fmla="*/ 79738 w 121595"/>
              <a:gd name="connsiteY7" fmla="*/ 210629 h 2312413"/>
              <a:gd name="connsiteX8" fmla="*/ 121595 w 121595"/>
              <a:gd name="connsiteY8" fmla="*/ 0 h 2312413"/>
              <a:gd name="connsiteX0" fmla="*/ 443 w 121595"/>
              <a:gd name="connsiteY0" fmla="*/ 2312413 h 2312413"/>
              <a:gd name="connsiteX1" fmla="*/ 6736 w 121595"/>
              <a:gd name="connsiteY1" fmla="*/ 1861246 h 2312413"/>
              <a:gd name="connsiteX2" fmla="*/ 16013 w 121595"/>
              <a:gd name="connsiteY2" fmla="*/ 1507073 h 2312413"/>
              <a:gd name="connsiteX3" fmla="*/ 25938 w 121595"/>
              <a:gd name="connsiteY3" fmla="*/ 1163464 h 2312413"/>
              <a:gd name="connsiteX4" fmla="*/ 41097 w 121595"/>
              <a:gd name="connsiteY4" fmla="*/ 847867 h 2312413"/>
              <a:gd name="connsiteX5" fmla="*/ 54334 w 121595"/>
              <a:gd name="connsiteY5" fmla="*/ 592276 h 2312413"/>
              <a:gd name="connsiteX6" fmla="*/ 65063 w 121595"/>
              <a:gd name="connsiteY6" fmla="*/ 395836 h 2312413"/>
              <a:gd name="connsiteX7" fmla="*/ 79738 w 121595"/>
              <a:gd name="connsiteY7" fmla="*/ 210629 h 2312413"/>
              <a:gd name="connsiteX8" fmla="*/ 121595 w 121595"/>
              <a:gd name="connsiteY8" fmla="*/ 0 h 2312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595" h="2312413">
                <a:moveTo>
                  <a:pt x="443" y="2312413"/>
                </a:moveTo>
                <a:cubicBezTo>
                  <a:pt x="-1635" y="2139693"/>
                  <a:pt x="4141" y="1995469"/>
                  <a:pt x="6736" y="1861246"/>
                </a:cubicBezTo>
                <a:cubicBezTo>
                  <a:pt x="9331" y="1727023"/>
                  <a:pt x="12813" y="1623370"/>
                  <a:pt x="16013" y="1507073"/>
                </a:cubicBezTo>
                <a:cubicBezTo>
                  <a:pt x="19213" y="1390776"/>
                  <a:pt x="21757" y="1273332"/>
                  <a:pt x="25938" y="1163464"/>
                </a:cubicBezTo>
                <a:cubicBezTo>
                  <a:pt x="30119" y="1053596"/>
                  <a:pt x="36364" y="943065"/>
                  <a:pt x="41097" y="847867"/>
                </a:cubicBezTo>
                <a:cubicBezTo>
                  <a:pt x="45830" y="752669"/>
                  <a:pt x="50340" y="667614"/>
                  <a:pt x="54334" y="592276"/>
                </a:cubicBezTo>
                <a:cubicBezTo>
                  <a:pt x="58328" y="516938"/>
                  <a:pt x="60829" y="459444"/>
                  <a:pt x="65063" y="395836"/>
                </a:cubicBezTo>
                <a:cubicBezTo>
                  <a:pt x="69297" y="332228"/>
                  <a:pt x="70316" y="276602"/>
                  <a:pt x="79738" y="210629"/>
                </a:cubicBezTo>
                <a:cubicBezTo>
                  <a:pt x="89160" y="144656"/>
                  <a:pt x="88755" y="94981"/>
                  <a:pt x="121595" y="0"/>
                </a:cubicBezTo>
              </a:path>
            </a:pathLst>
          </a:custGeom>
          <a:noFill/>
          <a:ln w="28575">
            <a:solidFill>
              <a:srgbClr val="990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/>
          </a:p>
        </p:txBody>
      </p:sp>
      <p:sp>
        <p:nvSpPr>
          <p:cNvPr id="230" name="Freeform: Shape 229">
            <a:extLst>
              <a:ext uri="{FF2B5EF4-FFF2-40B4-BE49-F238E27FC236}">
                <a16:creationId xmlns:a16="http://schemas.microsoft.com/office/drawing/2014/main" id="{6960F27F-7217-48CD-A78A-9AA3C69B5C68}"/>
              </a:ext>
            </a:extLst>
          </p:cNvPr>
          <p:cNvSpPr/>
          <p:nvPr/>
        </p:nvSpPr>
        <p:spPr>
          <a:xfrm>
            <a:off x="432267" y="3936703"/>
            <a:ext cx="418901" cy="2312375"/>
          </a:xfrm>
          <a:custGeom>
            <a:avLst/>
            <a:gdLst>
              <a:gd name="connsiteX0" fmla="*/ 5282 w 2593311"/>
              <a:gd name="connsiteY0" fmla="*/ 2322022 h 2322022"/>
              <a:gd name="connsiteX1" fmla="*/ 10824 w 2593311"/>
              <a:gd name="connsiteY1" fmla="*/ 911629 h 2322022"/>
              <a:gd name="connsiteX2" fmla="*/ 102264 w 2593311"/>
              <a:gd name="connsiteY2" fmla="*/ 706582 h 2322022"/>
              <a:gd name="connsiteX3" fmla="*/ 154911 w 2593311"/>
              <a:gd name="connsiteY3" fmla="*/ 520931 h 2322022"/>
              <a:gd name="connsiteX4" fmla="*/ 226955 w 2593311"/>
              <a:gd name="connsiteY4" fmla="*/ 396240 h 2322022"/>
              <a:gd name="connsiteX5" fmla="*/ 282373 w 2593311"/>
              <a:gd name="connsiteY5" fmla="*/ 271549 h 2322022"/>
              <a:gd name="connsiteX6" fmla="*/ 451398 w 2593311"/>
              <a:gd name="connsiteY6" fmla="*/ 169026 h 2322022"/>
              <a:gd name="connsiteX7" fmla="*/ 1074853 w 2593311"/>
              <a:gd name="connsiteY7" fmla="*/ 88669 h 2322022"/>
              <a:gd name="connsiteX8" fmla="*/ 1778664 w 2593311"/>
              <a:gd name="connsiteY8" fmla="*/ 33251 h 2322022"/>
              <a:gd name="connsiteX9" fmla="*/ 2593311 w 2593311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53986 w 2592386"/>
              <a:gd name="connsiteY3" fmla="*/ 520931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53986 w 2592386"/>
              <a:gd name="connsiteY3" fmla="*/ 520931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34695 w 2592386"/>
              <a:gd name="connsiteY3" fmla="*/ 501639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34695 w 2592386"/>
              <a:gd name="connsiteY3" fmla="*/ 501639 h 2322022"/>
              <a:gd name="connsiteX4" fmla="*/ 202880 w 2592386"/>
              <a:gd name="connsiteY4" fmla="*/ 380807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7292 w 2595321"/>
              <a:gd name="connsiteY0" fmla="*/ 2322022 h 2322022"/>
              <a:gd name="connsiteX1" fmla="*/ 12834 w 2595321"/>
              <a:gd name="connsiteY1" fmla="*/ 911629 h 2322022"/>
              <a:gd name="connsiteX2" fmla="*/ 88841 w 2595321"/>
              <a:gd name="connsiteY2" fmla="*/ 637134 h 2322022"/>
              <a:gd name="connsiteX3" fmla="*/ 137630 w 2595321"/>
              <a:gd name="connsiteY3" fmla="*/ 501639 h 2322022"/>
              <a:gd name="connsiteX4" fmla="*/ 205815 w 2595321"/>
              <a:gd name="connsiteY4" fmla="*/ 380807 h 2322022"/>
              <a:gd name="connsiteX5" fmla="*/ 284383 w 2595321"/>
              <a:gd name="connsiteY5" fmla="*/ 271549 h 2322022"/>
              <a:gd name="connsiteX6" fmla="*/ 453408 w 2595321"/>
              <a:gd name="connsiteY6" fmla="*/ 169026 h 2322022"/>
              <a:gd name="connsiteX7" fmla="*/ 1076863 w 2595321"/>
              <a:gd name="connsiteY7" fmla="*/ 88669 h 2322022"/>
              <a:gd name="connsiteX8" fmla="*/ 1780674 w 2595321"/>
              <a:gd name="connsiteY8" fmla="*/ 33251 h 2322022"/>
              <a:gd name="connsiteX9" fmla="*/ 2595321 w 2595321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80857 w 2591795"/>
              <a:gd name="connsiteY5" fmla="*/ 271549 h 2322022"/>
              <a:gd name="connsiteX6" fmla="*/ 449882 w 2591795"/>
              <a:gd name="connsiteY6" fmla="*/ 169026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96290 w 2591795"/>
              <a:gd name="connsiteY5" fmla="*/ 244541 h 2322022"/>
              <a:gd name="connsiteX6" fmla="*/ 449882 w 2591795"/>
              <a:gd name="connsiteY6" fmla="*/ 169026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96290 w 2591795"/>
              <a:gd name="connsiteY5" fmla="*/ 244541 h 2322022"/>
              <a:gd name="connsiteX6" fmla="*/ 473032 w 2591795"/>
              <a:gd name="connsiteY6" fmla="*/ 161309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64788"/>
              <a:gd name="connsiteY0" fmla="*/ 2322022 h 2322022"/>
              <a:gd name="connsiteX1" fmla="*/ 17025 w 2564788"/>
              <a:gd name="connsiteY1" fmla="*/ 923204 h 2322022"/>
              <a:gd name="connsiteX2" fmla="*/ 85315 w 2564788"/>
              <a:gd name="connsiteY2" fmla="*/ 637134 h 2322022"/>
              <a:gd name="connsiteX3" fmla="*/ 134104 w 2564788"/>
              <a:gd name="connsiteY3" fmla="*/ 501639 h 2322022"/>
              <a:gd name="connsiteX4" fmla="*/ 202289 w 2564788"/>
              <a:gd name="connsiteY4" fmla="*/ 380807 h 2322022"/>
              <a:gd name="connsiteX5" fmla="*/ 296290 w 2564788"/>
              <a:gd name="connsiteY5" fmla="*/ 244541 h 2322022"/>
              <a:gd name="connsiteX6" fmla="*/ 473032 w 2564788"/>
              <a:gd name="connsiteY6" fmla="*/ 161309 h 2322022"/>
              <a:gd name="connsiteX7" fmla="*/ 1073337 w 2564788"/>
              <a:gd name="connsiteY7" fmla="*/ 88669 h 2322022"/>
              <a:gd name="connsiteX8" fmla="*/ 1777148 w 2564788"/>
              <a:gd name="connsiteY8" fmla="*/ 33251 h 2322022"/>
              <a:gd name="connsiteX9" fmla="*/ 2564788 w 2564788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131447 w 2562131"/>
              <a:gd name="connsiteY3" fmla="*/ 501639 h 2322022"/>
              <a:gd name="connsiteX4" fmla="*/ 199632 w 2562131"/>
              <a:gd name="connsiteY4" fmla="*/ 380807 h 2322022"/>
              <a:gd name="connsiteX5" fmla="*/ 293633 w 2562131"/>
              <a:gd name="connsiteY5" fmla="*/ 244541 h 2322022"/>
              <a:gd name="connsiteX6" fmla="*/ 470375 w 2562131"/>
              <a:gd name="connsiteY6" fmla="*/ 161309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199632 w 2562131"/>
              <a:gd name="connsiteY4" fmla="*/ 380807 h 2322022"/>
              <a:gd name="connsiteX5" fmla="*/ 293633 w 2562131"/>
              <a:gd name="connsiteY5" fmla="*/ 244541 h 2322022"/>
              <a:gd name="connsiteX6" fmla="*/ 470375 w 2562131"/>
              <a:gd name="connsiteY6" fmla="*/ 161309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293633 w 2562131"/>
              <a:gd name="connsiteY5" fmla="*/ 244541 h 2322022"/>
              <a:gd name="connsiteX6" fmla="*/ 470375 w 2562131"/>
              <a:gd name="connsiteY6" fmla="*/ 161309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470375 w 2562131"/>
              <a:gd name="connsiteY6" fmla="*/ 161309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284109 w 2562131"/>
              <a:gd name="connsiteY6" fmla="*/ 54065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284109 w 2562131"/>
              <a:gd name="connsiteY6" fmla="*/ 54065 h 2322022"/>
              <a:gd name="connsiteX7" fmla="*/ 418747 w 2562131"/>
              <a:gd name="connsiteY7" fmla="*/ 9647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284109 w 2562131"/>
              <a:gd name="connsiteY6" fmla="*/ 54065 h 2322022"/>
              <a:gd name="connsiteX7" fmla="*/ 418747 w 2562131"/>
              <a:gd name="connsiteY7" fmla="*/ 9647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284109 w 2562131"/>
              <a:gd name="connsiteY6" fmla="*/ 54065 h 2322022"/>
              <a:gd name="connsiteX7" fmla="*/ 418747 w 2562131"/>
              <a:gd name="connsiteY7" fmla="*/ 9647 h 2322022"/>
              <a:gd name="connsiteX8" fmla="*/ 2562131 w 2562131"/>
              <a:gd name="connsiteY8" fmla="*/ 0 h 2322022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4410 w 418747"/>
              <a:gd name="connsiteY4" fmla="*/ 252626 h 2312375"/>
              <a:gd name="connsiteX5" fmla="*/ 121477 w 418747"/>
              <a:gd name="connsiteY5" fmla="*/ 119183 h 2312375"/>
              <a:gd name="connsiteX6" fmla="*/ 284109 w 418747"/>
              <a:gd name="connsiteY6" fmla="*/ 44418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4410 w 418747"/>
              <a:gd name="connsiteY4" fmla="*/ 252626 h 2312375"/>
              <a:gd name="connsiteX5" fmla="*/ 121477 w 418747"/>
              <a:gd name="connsiteY5" fmla="*/ 119183 h 2312375"/>
              <a:gd name="connsiteX6" fmla="*/ 284109 w 418747"/>
              <a:gd name="connsiteY6" fmla="*/ 44418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4410 w 418747"/>
              <a:gd name="connsiteY4" fmla="*/ 252626 h 2312375"/>
              <a:gd name="connsiteX5" fmla="*/ 121477 w 418747"/>
              <a:gd name="connsiteY5" fmla="*/ 119183 h 2312375"/>
              <a:gd name="connsiteX6" fmla="*/ 238953 w 418747"/>
              <a:gd name="connsiteY6" fmla="*/ 52885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4410 w 418747"/>
              <a:gd name="connsiteY4" fmla="*/ 252626 h 2312375"/>
              <a:gd name="connsiteX5" fmla="*/ 93254 w 418747"/>
              <a:gd name="connsiteY5" fmla="*/ 141760 h 2312375"/>
              <a:gd name="connsiteX6" fmla="*/ 238953 w 418747"/>
              <a:gd name="connsiteY6" fmla="*/ 52885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1588 w 418747"/>
              <a:gd name="connsiteY4" fmla="*/ 278026 h 2312375"/>
              <a:gd name="connsiteX5" fmla="*/ 93254 w 418747"/>
              <a:gd name="connsiteY5" fmla="*/ 141760 h 2312375"/>
              <a:gd name="connsiteX6" fmla="*/ 238953 w 418747"/>
              <a:gd name="connsiteY6" fmla="*/ 52885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32725 h 2312375"/>
              <a:gd name="connsiteX4" fmla="*/ 41588 w 418747"/>
              <a:gd name="connsiteY4" fmla="*/ 278026 h 2312375"/>
              <a:gd name="connsiteX5" fmla="*/ 93254 w 418747"/>
              <a:gd name="connsiteY5" fmla="*/ 141760 h 2312375"/>
              <a:gd name="connsiteX6" fmla="*/ 238953 w 418747"/>
              <a:gd name="connsiteY6" fmla="*/ 52885 h 2312375"/>
              <a:gd name="connsiteX7" fmla="*/ 418747 w 418747"/>
              <a:gd name="connsiteY7" fmla="*/ 0 h 2312375"/>
              <a:gd name="connsiteX0" fmla="*/ 1084 w 418722"/>
              <a:gd name="connsiteY0" fmla="*/ 2312375 h 2312375"/>
              <a:gd name="connsiteX1" fmla="*/ 14343 w 418722"/>
              <a:gd name="connsiteY1" fmla="*/ 913557 h 2312375"/>
              <a:gd name="connsiteX2" fmla="*/ 17722 w 418722"/>
              <a:gd name="connsiteY2" fmla="*/ 661354 h 2312375"/>
              <a:gd name="connsiteX3" fmla="*/ 27000 w 418722"/>
              <a:gd name="connsiteY3" fmla="*/ 432725 h 2312375"/>
              <a:gd name="connsiteX4" fmla="*/ 41563 w 418722"/>
              <a:gd name="connsiteY4" fmla="*/ 278026 h 2312375"/>
              <a:gd name="connsiteX5" fmla="*/ 93229 w 418722"/>
              <a:gd name="connsiteY5" fmla="*/ 141760 h 2312375"/>
              <a:gd name="connsiteX6" fmla="*/ 238928 w 418722"/>
              <a:gd name="connsiteY6" fmla="*/ 52885 h 2312375"/>
              <a:gd name="connsiteX7" fmla="*/ 418722 w 418722"/>
              <a:gd name="connsiteY7" fmla="*/ 0 h 2312375"/>
              <a:gd name="connsiteX0" fmla="*/ 1263 w 418901"/>
              <a:gd name="connsiteY0" fmla="*/ 2312375 h 2312375"/>
              <a:gd name="connsiteX1" fmla="*/ 11700 w 418901"/>
              <a:gd name="connsiteY1" fmla="*/ 984113 h 2312375"/>
              <a:gd name="connsiteX2" fmla="*/ 17901 w 418901"/>
              <a:gd name="connsiteY2" fmla="*/ 661354 h 2312375"/>
              <a:gd name="connsiteX3" fmla="*/ 27179 w 418901"/>
              <a:gd name="connsiteY3" fmla="*/ 432725 h 2312375"/>
              <a:gd name="connsiteX4" fmla="*/ 41742 w 418901"/>
              <a:gd name="connsiteY4" fmla="*/ 278026 h 2312375"/>
              <a:gd name="connsiteX5" fmla="*/ 93408 w 418901"/>
              <a:gd name="connsiteY5" fmla="*/ 141760 h 2312375"/>
              <a:gd name="connsiteX6" fmla="*/ 239107 w 418901"/>
              <a:gd name="connsiteY6" fmla="*/ 52885 h 2312375"/>
              <a:gd name="connsiteX7" fmla="*/ 418901 w 418901"/>
              <a:gd name="connsiteY7" fmla="*/ 0 h 231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8901" h="2312375">
                <a:moveTo>
                  <a:pt x="1263" y="2312375"/>
                </a:moveTo>
                <a:cubicBezTo>
                  <a:pt x="-4048" y="1741798"/>
                  <a:pt x="8927" y="1259283"/>
                  <a:pt x="11700" y="984113"/>
                </a:cubicBezTo>
                <a:cubicBezTo>
                  <a:pt x="14473" y="708943"/>
                  <a:pt x="15321" y="753252"/>
                  <a:pt x="17901" y="661354"/>
                </a:cubicBezTo>
                <a:cubicBezTo>
                  <a:pt x="20481" y="569456"/>
                  <a:pt x="23206" y="496613"/>
                  <a:pt x="27179" y="432725"/>
                </a:cubicBezTo>
                <a:cubicBezTo>
                  <a:pt x="31152" y="368837"/>
                  <a:pt x="30704" y="326520"/>
                  <a:pt x="41742" y="278026"/>
                </a:cubicBezTo>
                <a:cubicBezTo>
                  <a:pt x="52780" y="229532"/>
                  <a:pt x="60514" y="179283"/>
                  <a:pt x="93408" y="141760"/>
                </a:cubicBezTo>
                <a:cubicBezTo>
                  <a:pt x="126302" y="104237"/>
                  <a:pt x="184858" y="76512"/>
                  <a:pt x="239107" y="52885"/>
                </a:cubicBezTo>
                <a:cubicBezTo>
                  <a:pt x="293356" y="29258"/>
                  <a:pt x="338387" y="14656"/>
                  <a:pt x="418901" y="0"/>
                </a:cubicBezTo>
              </a:path>
            </a:pathLst>
          </a:cu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58840A90-4CE4-59AD-615D-42E646943ABA}"/>
              </a:ext>
            </a:extLst>
          </p:cNvPr>
          <p:cNvSpPr txBox="1"/>
          <p:nvPr/>
        </p:nvSpPr>
        <p:spPr>
          <a:xfrm>
            <a:off x="62568" y="6125870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7F4FF0DF-9A10-C112-603E-82CF4C2D4BB2}"/>
              </a:ext>
            </a:extLst>
          </p:cNvPr>
          <p:cNvSpPr txBox="1"/>
          <p:nvPr/>
        </p:nvSpPr>
        <p:spPr>
          <a:xfrm>
            <a:off x="62568" y="4960840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50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AE850F5E-DC5E-CFC2-F738-BCB181993949}"/>
              </a:ext>
            </a:extLst>
          </p:cNvPr>
          <p:cNvSpPr txBox="1"/>
          <p:nvPr/>
        </p:nvSpPr>
        <p:spPr>
          <a:xfrm>
            <a:off x="62568" y="3795810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0BF6C108-9D53-3C18-727D-B8A6B583E2A4}"/>
              </a:ext>
            </a:extLst>
          </p:cNvPr>
          <p:cNvSpPr txBox="1"/>
          <p:nvPr/>
        </p:nvSpPr>
        <p:spPr>
          <a:xfrm>
            <a:off x="62568" y="4378325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75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D498D019-96ED-3FB5-E6BD-15FC72D09E1E}"/>
              </a:ext>
            </a:extLst>
          </p:cNvPr>
          <p:cNvSpPr txBox="1"/>
          <p:nvPr/>
        </p:nvSpPr>
        <p:spPr>
          <a:xfrm>
            <a:off x="62568" y="5543355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25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C09A5FEC-1BA6-CAB9-8B9D-E42C5ABC9D2C}"/>
              </a:ext>
            </a:extLst>
          </p:cNvPr>
          <p:cNvSpPr txBox="1"/>
          <p:nvPr/>
        </p:nvSpPr>
        <p:spPr>
          <a:xfrm rot="16200000">
            <a:off x="-1073903" y="4973415"/>
            <a:ext cx="23358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Percentiles [%]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CB97A1A-A474-F845-7629-A2CB5C5C6782}"/>
              </a:ext>
            </a:extLst>
          </p:cNvPr>
          <p:cNvSpPr txBox="1"/>
          <p:nvPr/>
        </p:nvSpPr>
        <p:spPr>
          <a:xfrm>
            <a:off x="424973" y="6355174"/>
            <a:ext cx="25695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tp [mm/24h]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52EA19ED-2D99-2F0F-9A99-4B2C772556ED}"/>
              </a:ext>
            </a:extLst>
          </p:cNvPr>
          <p:cNvSpPr txBox="1"/>
          <p:nvPr/>
        </p:nvSpPr>
        <p:spPr>
          <a:xfrm>
            <a:off x="230079" y="620892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18A388A8-289F-02E1-8176-9B3B941D8721}"/>
              </a:ext>
            </a:extLst>
          </p:cNvPr>
          <p:cNvSpPr txBox="1"/>
          <p:nvPr/>
        </p:nvSpPr>
        <p:spPr>
          <a:xfrm>
            <a:off x="742387" y="620578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0AE2C721-48B7-6369-37F8-BEAA9D9147E9}"/>
              </a:ext>
            </a:extLst>
          </p:cNvPr>
          <p:cNvSpPr txBox="1"/>
          <p:nvPr/>
        </p:nvSpPr>
        <p:spPr>
          <a:xfrm>
            <a:off x="1254695" y="620578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200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9D348241-05BB-0509-7E30-E0456B81780A}"/>
              </a:ext>
            </a:extLst>
          </p:cNvPr>
          <p:cNvSpPr txBox="1"/>
          <p:nvPr/>
        </p:nvSpPr>
        <p:spPr>
          <a:xfrm>
            <a:off x="1767003" y="620578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300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0C3E4222-742E-2835-598E-B05A4A994504}"/>
              </a:ext>
            </a:extLst>
          </p:cNvPr>
          <p:cNvSpPr txBox="1"/>
          <p:nvPr/>
        </p:nvSpPr>
        <p:spPr>
          <a:xfrm>
            <a:off x="2279311" y="620578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400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97AF1A57-A62D-90E7-A562-7D82C2A66955}"/>
              </a:ext>
            </a:extLst>
          </p:cNvPr>
          <p:cNvSpPr txBox="1"/>
          <p:nvPr/>
        </p:nvSpPr>
        <p:spPr>
          <a:xfrm>
            <a:off x="2791620" y="620578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500</a:t>
            </a:r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F240BF51-5795-8429-691C-568AC24B2587}"/>
              </a:ext>
            </a:extLst>
          </p:cNvPr>
          <p:cNvCxnSpPr>
            <a:cxnSpLocks/>
          </p:cNvCxnSpPr>
          <p:nvPr/>
        </p:nvCxnSpPr>
        <p:spPr>
          <a:xfrm rot="16200000">
            <a:off x="3100525" y="5087190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0117C858-745A-C3B5-4E02-9C2C83E213B3}"/>
              </a:ext>
            </a:extLst>
          </p:cNvPr>
          <p:cNvCxnSpPr>
            <a:cxnSpLocks/>
          </p:cNvCxnSpPr>
          <p:nvPr/>
        </p:nvCxnSpPr>
        <p:spPr>
          <a:xfrm rot="16200000">
            <a:off x="3614251" y="5087191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D653E480-DC10-F20B-91A7-966800C11006}"/>
              </a:ext>
            </a:extLst>
          </p:cNvPr>
          <p:cNvCxnSpPr>
            <a:cxnSpLocks/>
          </p:cNvCxnSpPr>
          <p:nvPr/>
        </p:nvCxnSpPr>
        <p:spPr>
          <a:xfrm rot="16200000">
            <a:off x="4127977" y="5087191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959D9838-B5FC-DFF7-2EC1-B88D5BBC82E4}"/>
              </a:ext>
            </a:extLst>
          </p:cNvPr>
          <p:cNvCxnSpPr>
            <a:cxnSpLocks/>
          </p:cNvCxnSpPr>
          <p:nvPr/>
        </p:nvCxnSpPr>
        <p:spPr>
          <a:xfrm rot="16200000">
            <a:off x="4641703" y="5087191"/>
            <a:ext cx="2336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Freeform: Shape 247">
            <a:extLst>
              <a:ext uri="{FF2B5EF4-FFF2-40B4-BE49-F238E27FC236}">
                <a16:creationId xmlns:a16="http://schemas.microsoft.com/office/drawing/2014/main" id="{6736CF0D-8AC7-C350-2190-32749F9DE90E}"/>
              </a:ext>
            </a:extLst>
          </p:cNvPr>
          <p:cNvSpPr/>
          <p:nvPr/>
        </p:nvSpPr>
        <p:spPr>
          <a:xfrm>
            <a:off x="3754858" y="3932634"/>
            <a:ext cx="2569579" cy="2322653"/>
          </a:xfrm>
          <a:custGeom>
            <a:avLst/>
            <a:gdLst>
              <a:gd name="connsiteX0" fmla="*/ 0 w 2569579"/>
              <a:gd name="connsiteY0" fmla="*/ 2322653 h 2322653"/>
              <a:gd name="connsiteX1" fmla="*/ 3858 w 2569579"/>
              <a:gd name="connsiteY1" fmla="*/ 937549 h 2322653"/>
              <a:gd name="connsiteX2" fmla="*/ 123463 w 2569579"/>
              <a:gd name="connsiteY2" fmla="*/ 528577 h 2322653"/>
              <a:gd name="connsiteX3" fmla="*/ 258501 w 2569579"/>
              <a:gd name="connsiteY3" fmla="*/ 266218 h 2322653"/>
              <a:gd name="connsiteX4" fmla="*/ 405113 w 2569579"/>
              <a:gd name="connsiteY4" fmla="*/ 185195 h 2322653"/>
              <a:gd name="connsiteX5" fmla="*/ 729205 w 2569579"/>
              <a:gd name="connsiteY5" fmla="*/ 127322 h 2322653"/>
              <a:gd name="connsiteX6" fmla="*/ 1338805 w 2569579"/>
              <a:gd name="connsiteY6" fmla="*/ 73306 h 2322653"/>
              <a:gd name="connsiteX7" fmla="*/ 1844232 w 2569579"/>
              <a:gd name="connsiteY7" fmla="*/ 38582 h 2322653"/>
              <a:gd name="connsiteX8" fmla="*/ 2569579 w 2569579"/>
              <a:gd name="connsiteY8" fmla="*/ 0 h 2322653"/>
              <a:gd name="connsiteX9" fmla="*/ 586450 w 2569579"/>
              <a:gd name="connsiteY9" fmla="*/ 0 h 2322653"/>
              <a:gd name="connsiteX10" fmla="*/ 466845 w 2569579"/>
              <a:gd name="connsiteY10" fmla="*/ 173620 h 2322653"/>
              <a:gd name="connsiteX11" fmla="*/ 354956 w 2569579"/>
              <a:gd name="connsiteY11" fmla="*/ 320233 h 2322653"/>
              <a:gd name="connsiteX12" fmla="*/ 281650 w 2569579"/>
              <a:gd name="connsiteY12" fmla="*/ 505428 h 2322653"/>
              <a:gd name="connsiteX13" fmla="*/ 204486 w 2569579"/>
              <a:gd name="connsiteY13" fmla="*/ 790937 h 2322653"/>
              <a:gd name="connsiteX14" fmla="*/ 146612 w 2569579"/>
              <a:gd name="connsiteY14" fmla="*/ 1041722 h 2322653"/>
              <a:gd name="connsiteX15" fmla="*/ 96455 w 2569579"/>
              <a:gd name="connsiteY15" fmla="*/ 1269357 h 2322653"/>
              <a:gd name="connsiteX16" fmla="*/ 38582 w 2569579"/>
              <a:gd name="connsiteY16" fmla="*/ 1643605 h 2322653"/>
              <a:gd name="connsiteX17" fmla="*/ 7716 w 2569579"/>
              <a:gd name="connsiteY17" fmla="*/ 1813367 h 2322653"/>
              <a:gd name="connsiteX18" fmla="*/ 0 w 2569579"/>
              <a:gd name="connsiteY18" fmla="*/ 2322653 h 2322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569579" h="2322653">
                <a:moveTo>
                  <a:pt x="0" y="2322653"/>
                </a:moveTo>
                <a:lnTo>
                  <a:pt x="3858" y="937549"/>
                </a:lnTo>
                <a:lnTo>
                  <a:pt x="123463" y="528577"/>
                </a:lnTo>
                <a:lnTo>
                  <a:pt x="258501" y="266218"/>
                </a:lnTo>
                <a:lnTo>
                  <a:pt x="405113" y="185195"/>
                </a:lnTo>
                <a:lnTo>
                  <a:pt x="729205" y="127322"/>
                </a:lnTo>
                <a:lnTo>
                  <a:pt x="1338805" y="73306"/>
                </a:lnTo>
                <a:lnTo>
                  <a:pt x="1844232" y="38582"/>
                </a:lnTo>
                <a:lnTo>
                  <a:pt x="2569579" y="0"/>
                </a:lnTo>
                <a:lnTo>
                  <a:pt x="586450" y="0"/>
                </a:lnTo>
                <a:lnTo>
                  <a:pt x="466845" y="173620"/>
                </a:lnTo>
                <a:lnTo>
                  <a:pt x="354956" y="320233"/>
                </a:lnTo>
                <a:lnTo>
                  <a:pt x="281650" y="505428"/>
                </a:lnTo>
                <a:lnTo>
                  <a:pt x="204486" y="790937"/>
                </a:lnTo>
                <a:lnTo>
                  <a:pt x="146612" y="1041722"/>
                </a:lnTo>
                <a:lnTo>
                  <a:pt x="96455" y="1269357"/>
                </a:lnTo>
                <a:lnTo>
                  <a:pt x="38582" y="1643605"/>
                </a:lnTo>
                <a:lnTo>
                  <a:pt x="7716" y="1813367"/>
                </a:lnTo>
                <a:lnTo>
                  <a:pt x="0" y="2322653"/>
                </a:lnTo>
                <a:close/>
              </a:path>
            </a:pathLst>
          </a:custGeom>
          <a:solidFill>
            <a:srgbClr val="990033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6151F218-DE03-4CCD-0A29-BEC56E613078}"/>
              </a:ext>
            </a:extLst>
          </p:cNvPr>
          <p:cNvCxnSpPr>
            <a:cxnSpLocks/>
          </p:cNvCxnSpPr>
          <p:nvPr/>
        </p:nvCxnSpPr>
        <p:spPr>
          <a:xfrm>
            <a:off x="3754998" y="5672013"/>
            <a:ext cx="2570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AC44F90D-D471-3690-AE8C-F327CC449BBB}"/>
              </a:ext>
            </a:extLst>
          </p:cNvPr>
          <p:cNvCxnSpPr>
            <a:cxnSpLocks/>
          </p:cNvCxnSpPr>
          <p:nvPr/>
        </p:nvCxnSpPr>
        <p:spPr>
          <a:xfrm>
            <a:off x="3754998" y="4504197"/>
            <a:ext cx="2570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022116A2-A655-38E1-D87B-B3A43C4949E0}"/>
              </a:ext>
            </a:extLst>
          </p:cNvPr>
          <p:cNvCxnSpPr>
            <a:cxnSpLocks/>
          </p:cNvCxnSpPr>
          <p:nvPr/>
        </p:nvCxnSpPr>
        <p:spPr>
          <a:xfrm>
            <a:off x="3754998" y="5088105"/>
            <a:ext cx="2570400" cy="0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Rectangle 251">
            <a:extLst>
              <a:ext uri="{FF2B5EF4-FFF2-40B4-BE49-F238E27FC236}">
                <a16:creationId xmlns:a16="http://schemas.microsoft.com/office/drawing/2014/main" id="{31A2CB8B-58DF-F02D-2B1E-DA2C1DF7504B}"/>
              </a:ext>
            </a:extLst>
          </p:cNvPr>
          <p:cNvSpPr/>
          <p:nvPr/>
        </p:nvSpPr>
        <p:spPr>
          <a:xfrm>
            <a:off x="3754998" y="3918990"/>
            <a:ext cx="2568633" cy="2335877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53" name="Freeform: Shape 252">
            <a:extLst>
              <a:ext uri="{FF2B5EF4-FFF2-40B4-BE49-F238E27FC236}">
                <a16:creationId xmlns:a16="http://schemas.microsoft.com/office/drawing/2014/main" id="{C36E23F6-9C66-A131-1BDB-D3913D4C97C4}"/>
              </a:ext>
            </a:extLst>
          </p:cNvPr>
          <p:cNvSpPr/>
          <p:nvPr/>
        </p:nvSpPr>
        <p:spPr>
          <a:xfrm>
            <a:off x="3759761" y="3933931"/>
            <a:ext cx="581881" cy="2313709"/>
          </a:xfrm>
          <a:custGeom>
            <a:avLst/>
            <a:gdLst>
              <a:gd name="connsiteX0" fmla="*/ 1745 w 578094"/>
              <a:gd name="connsiteY0" fmla="*/ 2313709 h 2313709"/>
              <a:gd name="connsiteX1" fmla="*/ 7287 w 578094"/>
              <a:gd name="connsiteY1" fmla="*/ 1850968 h 2313709"/>
              <a:gd name="connsiteX2" fmla="*/ 59934 w 578094"/>
              <a:gd name="connsiteY2" fmla="*/ 1609898 h 2313709"/>
              <a:gd name="connsiteX3" fmla="*/ 118123 w 578094"/>
              <a:gd name="connsiteY3" fmla="*/ 1332808 h 2313709"/>
              <a:gd name="connsiteX4" fmla="*/ 173541 w 578094"/>
              <a:gd name="connsiteY4" fmla="*/ 972589 h 2313709"/>
              <a:gd name="connsiteX5" fmla="*/ 220647 w 578094"/>
              <a:gd name="connsiteY5" fmla="*/ 753688 h 2313709"/>
              <a:gd name="connsiteX6" fmla="*/ 256668 w 578094"/>
              <a:gd name="connsiteY6" fmla="*/ 459971 h 2313709"/>
              <a:gd name="connsiteX7" fmla="*/ 397985 w 578094"/>
              <a:gd name="connsiteY7" fmla="*/ 315884 h 2313709"/>
              <a:gd name="connsiteX8" fmla="*/ 494967 w 578094"/>
              <a:gd name="connsiteY8" fmla="*/ 163484 h 2313709"/>
              <a:gd name="connsiteX9" fmla="*/ 578094 w 578094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17595 w 577566"/>
              <a:gd name="connsiteY3" fmla="*/ 1332808 h 2313709"/>
              <a:gd name="connsiteX4" fmla="*/ 173013 w 577566"/>
              <a:gd name="connsiteY4" fmla="*/ 972589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73013 w 577566"/>
              <a:gd name="connsiteY4" fmla="*/ 972589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62733 w 577566"/>
              <a:gd name="connsiteY7" fmla="*/ 296592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75148 w 577566"/>
              <a:gd name="connsiteY8" fmla="*/ 148051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2162 w 577566"/>
              <a:gd name="connsiteY3" fmla="*/ 1290367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75148 w 577566"/>
              <a:gd name="connsiteY8" fmla="*/ 148051 h 2313709"/>
              <a:gd name="connsiteX9" fmla="*/ 577566 w 577566"/>
              <a:gd name="connsiteY9" fmla="*/ 0 h 2313709"/>
              <a:gd name="connsiteX0" fmla="*/ 5531 w 581880"/>
              <a:gd name="connsiteY0" fmla="*/ 2313709 h 2313709"/>
              <a:gd name="connsiteX1" fmla="*/ 3357 w 581880"/>
              <a:gd name="connsiteY1" fmla="*/ 1862542 h 2313709"/>
              <a:gd name="connsiteX2" fmla="*/ 52145 w 581880"/>
              <a:gd name="connsiteY2" fmla="*/ 1582890 h 2313709"/>
              <a:gd name="connsiteX3" fmla="*/ 106476 w 581880"/>
              <a:gd name="connsiteY3" fmla="*/ 1290367 h 2313709"/>
              <a:gd name="connsiteX4" fmla="*/ 161895 w 581880"/>
              <a:gd name="connsiteY4" fmla="*/ 964873 h 2313709"/>
              <a:gd name="connsiteX5" fmla="*/ 209000 w 581880"/>
              <a:gd name="connsiteY5" fmla="*/ 745972 h 2313709"/>
              <a:gd name="connsiteX6" fmla="*/ 287462 w 581880"/>
              <a:gd name="connsiteY6" fmla="*/ 467688 h 2313709"/>
              <a:gd name="connsiteX7" fmla="*/ 367047 w 581880"/>
              <a:gd name="connsiteY7" fmla="*/ 296592 h 2313709"/>
              <a:gd name="connsiteX8" fmla="*/ 479462 w 581880"/>
              <a:gd name="connsiteY8" fmla="*/ 148051 h 2313709"/>
              <a:gd name="connsiteX9" fmla="*/ 581880 w 581880"/>
              <a:gd name="connsiteY9" fmla="*/ 0 h 2313709"/>
              <a:gd name="connsiteX0" fmla="*/ 4392 w 580741"/>
              <a:gd name="connsiteY0" fmla="*/ 2313709 h 2313709"/>
              <a:gd name="connsiteX1" fmla="*/ 2218 w 580741"/>
              <a:gd name="connsiteY1" fmla="*/ 1862542 h 2313709"/>
              <a:gd name="connsiteX2" fmla="*/ 35574 w 580741"/>
              <a:gd name="connsiteY2" fmla="*/ 1552024 h 2313709"/>
              <a:gd name="connsiteX3" fmla="*/ 105337 w 580741"/>
              <a:gd name="connsiteY3" fmla="*/ 1290367 h 2313709"/>
              <a:gd name="connsiteX4" fmla="*/ 160756 w 580741"/>
              <a:gd name="connsiteY4" fmla="*/ 964873 h 2313709"/>
              <a:gd name="connsiteX5" fmla="*/ 207861 w 580741"/>
              <a:gd name="connsiteY5" fmla="*/ 745972 h 2313709"/>
              <a:gd name="connsiteX6" fmla="*/ 286323 w 580741"/>
              <a:gd name="connsiteY6" fmla="*/ 467688 h 2313709"/>
              <a:gd name="connsiteX7" fmla="*/ 365908 w 580741"/>
              <a:gd name="connsiteY7" fmla="*/ 296592 h 2313709"/>
              <a:gd name="connsiteX8" fmla="*/ 478323 w 580741"/>
              <a:gd name="connsiteY8" fmla="*/ 148051 h 2313709"/>
              <a:gd name="connsiteX9" fmla="*/ 580741 w 580741"/>
              <a:gd name="connsiteY9" fmla="*/ 0 h 2313709"/>
              <a:gd name="connsiteX0" fmla="*/ 6102 w 582451"/>
              <a:gd name="connsiteY0" fmla="*/ 2313709 h 2313709"/>
              <a:gd name="connsiteX1" fmla="*/ 3928 w 582451"/>
              <a:gd name="connsiteY1" fmla="*/ 1862542 h 2313709"/>
              <a:gd name="connsiteX2" fmla="*/ 60433 w 582451"/>
              <a:gd name="connsiteY2" fmla="*/ 1552024 h 2313709"/>
              <a:gd name="connsiteX3" fmla="*/ 107047 w 582451"/>
              <a:gd name="connsiteY3" fmla="*/ 1290367 h 2313709"/>
              <a:gd name="connsiteX4" fmla="*/ 162466 w 582451"/>
              <a:gd name="connsiteY4" fmla="*/ 964873 h 2313709"/>
              <a:gd name="connsiteX5" fmla="*/ 209571 w 582451"/>
              <a:gd name="connsiteY5" fmla="*/ 745972 h 2313709"/>
              <a:gd name="connsiteX6" fmla="*/ 288033 w 582451"/>
              <a:gd name="connsiteY6" fmla="*/ 467688 h 2313709"/>
              <a:gd name="connsiteX7" fmla="*/ 367618 w 582451"/>
              <a:gd name="connsiteY7" fmla="*/ 296592 h 2313709"/>
              <a:gd name="connsiteX8" fmla="*/ 480033 w 582451"/>
              <a:gd name="connsiteY8" fmla="*/ 148051 h 2313709"/>
              <a:gd name="connsiteX9" fmla="*/ 582451 w 58245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106477 w 581881"/>
              <a:gd name="connsiteY3" fmla="*/ 1290367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106477 w 581881"/>
              <a:gd name="connsiteY3" fmla="*/ 1290367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98760 w 581881"/>
              <a:gd name="connsiteY3" fmla="*/ 1232494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1881" h="2313709">
                <a:moveTo>
                  <a:pt x="5532" y="2313709"/>
                </a:moveTo>
                <a:cubicBezTo>
                  <a:pt x="3454" y="2140989"/>
                  <a:pt x="-4411" y="1992062"/>
                  <a:pt x="3358" y="1862542"/>
                </a:cubicBezTo>
                <a:cubicBezTo>
                  <a:pt x="11127" y="1733022"/>
                  <a:pt x="36247" y="1641599"/>
                  <a:pt x="52147" y="1536591"/>
                </a:cubicBezTo>
                <a:cubicBezTo>
                  <a:pt x="68047" y="1431583"/>
                  <a:pt x="80469" y="1327780"/>
                  <a:pt x="98760" y="1232494"/>
                </a:cubicBezTo>
                <a:cubicBezTo>
                  <a:pt x="117052" y="1137208"/>
                  <a:pt x="143523" y="1045960"/>
                  <a:pt x="161896" y="964873"/>
                </a:cubicBezTo>
                <a:cubicBezTo>
                  <a:pt x="180270" y="883786"/>
                  <a:pt x="188073" y="828836"/>
                  <a:pt x="209001" y="745972"/>
                </a:cubicBezTo>
                <a:cubicBezTo>
                  <a:pt x="229929" y="663108"/>
                  <a:pt x="261122" y="542585"/>
                  <a:pt x="287463" y="467688"/>
                </a:cubicBezTo>
                <a:cubicBezTo>
                  <a:pt x="313804" y="392791"/>
                  <a:pt x="335048" y="349865"/>
                  <a:pt x="367048" y="296592"/>
                </a:cubicBezTo>
                <a:cubicBezTo>
                  <a:pt x="399048" y="243319"/>
                  <a:pt x="449445" y="200698"/>
                  <a:pt x="479463" y="148051"/>
                </a:cubicBezTo>
                <a:cubicBezTo>
                  <a:pt x="509481" y="95404"/>
                  <a:pt x="555326" y="55418"/>
                  <a:pt x="581881" y="0"/>
                </a:cubicBezTo>
              </a:path>
            </a:pathLst>
          </a:custGeom>
          <a:noFill/>
          <a:ln w="28575">
            <a:solidFill>
              <a:srgbClr val="990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/>
          </a:p>
        </p:txBody>
      </p:sp>
      <p:sp>
        <p:nvSpPr>
          <p:cNvPr id="254" name="Freeform: Shape 253">
            <a:extLst>
              <a:ext uri="{FF2B5EF4-FFF2-40B4-BE49-F238E27FC236}">
                <a16:creationId xmlns:a16="http://schemas.microsoft.com/office/drawing/2014/main" id="{B51BFC8F-A3A9-478C-9D28-705C51DC0FDF}"/>
              </a:ext>
            </a:extLst>
          </p:cNvPr>
          <p:cNvSpPr/>
          <p:nvPr/>
        </p:nvSpPr>
        <p:spPr>
          <a:xfrm>
            <a:off x="3756514" y="3936703"/>
            <a:ext cx="2564788" cy="2322022"/>
          </a:xfrm>
          <a:custGeom>
            <a:avLst/>
            <a:gdLst>
              <a:gd name="connsiteX0" fmla="*/ 5282 w 2593311"/>
              <a:gd name="connsiteY0" fmla="*/ 2322022 h 2322022"/>
              <a:gd name="connsiteX1" fmla="*/ 10824 w 2593311"/>
              <a:gd name="connsiteY1" fmla="*/ 911629 h 2322022"/>
              <a:gd name="connsiteX2" fmla="*/ 102264 w 2593311"/>
              <a:gd name="connsiteY2" fmla="*/ 706582 h 2322022"/>
              <a:gd name="connsiteX3" fmla="*/ 154911 w 2593311"/>
              <a:gd name="connsiteY3" fmla="*/ 520931 h 2322022"/>
              <a:gd name="connsiteX4" fmla="*/ 226955 w 2593311"/>
              <a:gd name="connsiteY4" fmla="*/ 396240 h 2322022"/>
              <a:gd name="connsiteX5" fmla="*/ 282373 w 2593311"/>
              <a:gd name="connsiteY5" fmla="*/ 271549 h 2322022"/>
              <a:gd name="connsiteX6" fmla="*/ 451398 w 2593311"/>
              <a:gd name="connsiteY6" fmla="*/ 169026 h 2322022"/>
              <a:gd name="connsiteX7" fmla="*/ 1074853 w 2593311"/>
              <a:gd name="connsiteY7" fmla="*/ 88669 h 2322022"/>
              <a:gd name="connsiteX8" fmla="*/ 1778664 w 2593311"/>
              <a:gd name="connsiteY8" fmla="*/ 33251 h 2322022"/>
              <a:gd name="connsiteX9" fmla="*/ 2593311 w 2593311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53986 w 2592386"/>
              <a:gd name="connsiteY3" fmla="*/ 520931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53986 w 2592386"/>
              <a:gd name="connsiteY3" fmla="*/ 520931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34695 w 2592386"/>
              <a:gd name="connsiteY3" fmla="*/ 501639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34695 w 2592386"/>
              <a:gd name="connsiteY3" fmla="*/ 501639 h 2322022"/>
              <a:gd name="connsiteX4" fmla="*/ 202880 w 2592386"/>
              <a:gd name="connsiteY4" fmla="*/ 380807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7292 w 2595321"/>
              <a:gd name="connsiteY0" fmla="*/ 2322022 h 2322022"/>
              <a:gd name="connsiteX1" fmla="*/ 12834 w 2595321"/>
              <a:gd name="connsiteY1" fmla="*/ 911629 h 2322022"/>
              <a:gd name="connsiteX2" fmla="*/ 88841 w 2595321"/>
              <a:gd name="connsiteY2" fmla="*/ 637134 h 2322022"/>
              <a:gd name="connsiteX3" fmla="*/ 137630 w 2595321"/>
              <a:gd name="connsiteY3" fmla="*/ 501639 h 2322022"/>
              <a:gd name="connsiteX4" fmla="*/ 205815 w 2595321"/>
              <a:gd name="connsiteY4" fmla="*/ 380807 h 2322022"/>
              <a:gd name="connsiteX5" fmla="*/ 284383 w 2595321"/>
              <a:gd name="connsiteY5" fmla="*/ 271549 h 2322022"/>
              <a:gd name="connsiteX6" fmla="*/ 453408 w 2595321"/>
              <a:gd name="connsiteY6" fmla="*/ 169026 h 2322022"/>
              <a:gd name="connsiteX7" fmla="*/ 1076863 w 2595321"/>
              <a:gd name="connsiteY7" fmla="*/ 88669 h 2322022"/>
              <a:gd name="connsiteX8" fmla="*/ 1780674 w 2595321"/>
              <a:gd name="connsiteY8" fmla="*/ 33251 h 2322022"/>
              <a:gd name="connsiteX9" fmla="*/ 2595321 w 2595321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80857 w 2591795"/>
              <a:gd name="connsiteY5" fmla="*/ 271549 h 2322022"/>
              <a:gd name="connsiteX6" fmla="*/ 449882 w 2591795"/>
              <a:gd name="connsiteY6" fmla="*/ 169026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96290 w 2591795"/>
              <a:gd name="connsiteY5" fmla="*/ 244541 h 2322022"/>
              <a:gd name="connsiteX6" fmla="*/ 449882 w 2591795"/>
              <a:gd name="connsiteY6" fmla="*/ 169026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96290 w 2591795"/>
              <a:gd name="connsiteY5" fmla="*/ 244541 h 2322022"/>
              <a:gd name="connsiteX6" fmla="*/ 473032 w 2591795"/>
              <a:gd name="connsiteY6" fmla="*/ 161309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64788"/>
              <a:gd name="connsiteY0" fmla="*/ 2322022 h 2322022"/>
              <a:gd name="connsiteX1" fmla="*/ 17025 w 2564788"/>
              <a:gd name="connsiteY1" fmla="*/ 923204 h 2322022"/>
              <a:gd name="connsiteX2" fmla="*/ 85315 w 2564788"/>
              <a:gd name="connsiteY2" fmla="*/ 637134 h 2322022"/>
              <a:gd name="connsiteX3" fmla="*/ 134104 w 2564788"/>
              <a:gd name="connsiteY3" fmla="*/ 501639 h 2322022"/>
              <a:gd name="connsiteX4" fmla="*/ 202289 w 2564788"/>
              <a:gd name="connsiteY4" fmla="*/ 380807 h 2322022"/>
              <a:gd name="connsiteX5" fmla="*/ 296290 w 2564788"/>
              <a:gd name="connsiteY5" fmla="*/ 244541 h 2322022"/>
              <a:gd name="connsiteX6" fmla="*/ 473032 w 2564788"/>
              <a:gd name="connsiteY6" fmla="*/ 161309 h 2322022"/>
              <a:gd name="connsiteX7" fmla="*/ 1073337 w 2564788"/>
              <a:gd name="connsiteY7" fmla="*/ 88669 h 2322022"/>
              <a:gd name="connsiteX8" fmla="*/ 1777148 w 2564788"/>
              <a:gd name="connsiteY8" fmla="*/ 33251 h 2322022"/>
              <a:gd name="connsiteX9" fmla="*/ 2564788 w 2564788"/>
              <a:gd name="connsiteY9" fmla="*/ 0 h 2322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4788" h="2322022">
                <a:moveTo>
                  <a:pt x="3766" y="2322022"/>
                </a:moveTo>
                <a:cubicBezTo>
                  <a:pt x="-1545" y="1751445"/>
                  <a:pt x="-4282" y="1034257"/>
                  <a:pt x="17025" y="923204"/>
                </a:cubicBezTo>
                <a:cubicBezTo>
                  <a:pt x="38332" y="812151"/>
                  <a:pt x="65802" y="707395"/>
                  <a:pt x="85315" y="637134"/>
                </a:cubicBezTo>
                <a:cubicBezTo>
                  <a:pt x="104828" y="566873"/>
                  <a:pt x="114608" y="544360"/>
                  <a:pt x="134104" y="501639"/>
                </a:cubicBezTo>
                <a:cubicBezTo>
                  <a:pt x="153600" y="458918"/>
                  <a:pt x="175258" y="423657"/>
                  <a:pt x="202289" y="380807"/>
                </a:cubicBezTo>
                <a:cubicBezTo>
                  <a:pt x="229320" y="337957"/>
                  <a:pt x="251166" y="281124"/>
                  <a:pt x="296290" y="244541"/>
                </a:cubicBezTo>
                <a:cubicBezTo>
                  <a:pt x="341414" y="207958"/>
                  <a:pt x="343524" y="187288"/>
                  <a:pt x="473032" y="161309"/>
                </a:cubicBezTo>
                <a:cubicBezTo>
                  <a:pt x="602540" y="135330"/>
                  <a:pt x="855984" y="110012"/>
                  <a:pt x="1073337" y="88669"/>
                </a:cubicBezTo>
                <a:cubicBezTo>
                  <a:pt x="1290690" y="67326"/>
                  <a:pt x="1524072" y="48029"/>
                  <a:pt x="1777148" y="33251"/>
                </a:cubicBezTo>
                <a:cubicBezTo>
                  <a:pt x="2030224" y="18473"/>
                  <a:pt x="2284002" y="9236"/>
                  <a:pt x="2564788" y="0"/>
                </a:cubicBezTo>
              </a:path>
            </a:pathLst>
          </a:cu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0C3FAAC3-0625-D53C-6BAD-3E22C028E68B}"/>
              </a:ext>
            </a:extLst>
          </p:cNvPr>
          <p:cNvSpPr txBox="1"/>
          <p:nvPr/>
        </p:nvSpPr>
        <p:spPr>
          <a:xfrm>
            <a:off x="3389318" y="6135517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D197C124-5402-B0D4-6095-3D981D2EBA45}"/>
              </a:ext>
            </a:extLst>
          </p:cNvPr>
          <p:cNvSpPr txBox="1"/>
          <p:nvPr/>
        </p:nvSpPr>
        <p:spPr>
          <a:xfrm>
            <a:off x="3389318" y="4970487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50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53A80483-CC55-4711-C5DB-2010474BAF4A}"/>
              </a:ext>
            </a:extLst>
          </p:cNvPr>
          <p:cNvSpPr txBox="1"/>
          <p:nvPr/>
        </p:nvSpPr>
        <p:spPr>
          <a:xfrm>
            <a:off x="3389318" y="3805457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E2069CE2-923C-C14C-911D-0BFFF995DD28}"/>
              </a:ext>
            </a:extLst>
          </p:cNvPr>
          <p:cNvSpPr txBox="1"/>
          <p:nvPr/>
        </p:nvSpPr>
        <p:spPr>
          <a:xfrm>
            <a:off x="3389318" y="4387972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75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3EA9A34A-4800-8E7D-F30B-A95AC1408B28}"/>
              </a:ext>
            </a:extLst>
          </p:cNvPr>
          <p:cNvSpPr txBox="1"/>
          <p:nvPr/>
        </p:nvSpPr>
        <p:spPr>
          <a:xfrm>
            <a:off x="3389318" y="5553002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25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6CF8A793-33AB-D087-0E7F-BF26646BD2D2}"/>
              </a:ext>
            </a:extLst>
          </p:cNvPr>
          <p:cNvSpPr txBox="1"/>
          <p:nvPr/>
        </p:nvSpPr>
        <p:spPr>
          <a:xfrm rot="16200000">
            <a:off x="2252847" y="4983062"/>
            <a:ext cx="23358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Percentiles [%]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625B4F07-46EC-359D-8975-94D6270D20C5}"/>
              </a:ext>
            </a:extLst>
          </p:cNvPr>
          <p:cNvSpPr txBox="1"/>
          <p:nvPr/>
        </p:nvSpPr>
        <p:spPr>
          <a:xfrm>
            <a:off x="3751723" y="6364821"/>
            <a:ext cx="256957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tp [mm/24h]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7077F855-6D43-DE4A-6B23-B80779333C68}"/>
              </a:ext>
            </a:extLst>
          </p:cNvPr>
          <p:cNvSpPr txBox="1"/>
          <p:nvPr/>
        </p:nvSpPr>
        <p:spPr>
          <a:xfrm>
            <a:off x="3556829" y="621857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E22B4C9B-6C4B-BC2B-A0F5-DB21869509FA}"/>
              </a:ext>
            </a:extLst>
          </p:cNvPr>
          <p:cNvSpPr txBox="1"/>
          <p:nvPr/>
        </p:nvSpPr>
        <p:spPr>
          <a:xfrm>
            <a:off x="4069137" y="621543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FCEB7652-59DA-B89E-5B24-D7DEECF1D901}"/>
              </a:ext>
            </a:extLst>
          </p:cNvPr>
          <p:cNvSpPr txBox="1"/>
          <p:nvPr/>
        </p:nvSpPr>
        <p:spPr>
          <a:xfrm>
            <a:off x="4581445" y="621543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200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58F4B21F-4A7E-6358-0B3B-C5AE60C738ED}"/>
              </a:ext>
            </a:extLst>
          </p:cNvPr>
          <p:cNvSpPr txBox="1"/>
          <p:nvPr/>
        </p:nvSpPr>
        <p:spPr>
          <a:xfrm>
            <a:off x="5093753" y="621543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300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43C7B347-FDFC-71B7-29EF-A7D15714FD58}"/>
              </a:ext>
            </a:extLst>
          </p:cNvPr>
          <p:cNvSpPr txBox="1"/>
          <p:nvPr/>
        </p:nvSpPr>
        <p:spPr>
          <a:xfrm>
            <a:off x="5606061" y="621543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400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77C242EB-996E-CDC5-CF13-B334906E9464}"/>
              </a:ext>
            </a:extLst>
          </p:cNvPr>
          <p:cNvSpPr txBox="1"/>
          <p:nvPr/>
        </p:nvSpPr>
        <p:spPr>
          <a:xfrm>
            <a:off x="6118370" y="621543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500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9985A57B-2C3C-CC93-1C24-5ADA4A1BF03E}"/>
              </a:ext>
            </a:extLst>
          </p:cNvPr>
          <p:cNvSpPr txBox="1"/>
          <p:nvPr/>
        </p:nvSpPr>
        <p:spPr>
          <a:xfrm>
            <a:off x="-57695" y="3650631"/>
            <a:ext cx="33137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(b) Example of MAE and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in </a:t>
            </a:r>
            <a:r>
              <a:rPr 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drier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climates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CE6B8D1B-E5B6-A929-36D3-A1AB57DACA5A}"/>
              </a:ext>
            </a:extLst>
          </p:cNvPr>
          <p:cNvSpPr txBox="1"/>
          <p:nvPr/>
        </p:nvSpPr>
        <p:spPr>
          <a:xfrm>
            <a:off x="3265817" y="3650631"/>
            <a:ext cx="33137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(c) Example of MAE and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in </a:t>
            </a:r>
            <a:r>
              <a:rPr 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wetter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climates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D318A173-4EF5-A66C-F79F-93484A74ED18}"/>
              </a:ext>
            </a:extLst>
          </p:cNvPr>
          <p:cNvSpPr txBox="1"/>
          <p:nvPr/>
        </p:nvSpPr>
        <p:spPr>
          <a:xfrm>
            <a:off x="4187548" y="5278126"/>
            <a:ext cx="1971057" cy="707886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800">
                <a:solidFill>
                  <a:srgbClr val="990033"/>
                </a:solidFill>
                <a:latin typeface="Aptos" panose="020B0004020202020204" pitchFamily="34" charset="0"/>
              </a:rPr>
              <a:t>MAE = 29.29 mm</a:t>
            </a:r>
          </a:p>
          <a:p>
            <a:endParaRPr lang="en-GB" sz="80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8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average(tp</a:t>
            </a:r>
            <a:r>
              <a:rPr lang="en-GB" sz="800" baseline="-250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OBS</a:t>
            </a:r>
            <a:r>
              <a:rPr lang="en-GB" sz="80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) = 30.75 mm</a:t>
            </a:r>
          </a:p>
          <a:p>
            <a:endParaRPr lang="en-GB" sz="80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800" b="1">
                <a:solidFill>
                  <a:srgbClr val="7030A0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>
                <a:solidFill>
                  <a:srgbClr val="7030A0"/>
                </a:solidFill>
                <a:latin typeface="Aptos" panose="020B0004020202020204" pitchFamily="34" charset="0"/>
              </a:rPr>
              <a:t>NORM</a:t>
            </a:r>
            <a:r>
              <a:rPr lang="en-GB" sz="800" b="1">
                <a:solidFill>
                  <a:srgbClr val="7030A0"/>
                </a:solidFill>
                <a:latin typeface="Aptos" panose="020B0004020202020204" pitchFamily="34" charset="0"/>
              </a:rPr>
              <a:t> = 0.952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93D7E50A-8B03-052B-1EE2-295359D06E94}"/>
              </a:ext>
            </a:extLst>
          </p:cNvPr>
          <p:cNvSpPr txBox="1"/>
          <p:nvPr/>
        </p:nvSpPr>
        <p:spPr>
          <a:xfrm>
            <a:off x="864012" y="5289864"/>
            <a:ext cx="1927608" cy="707886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990033"/>
                </a:solidFill>
                <a:latin typeface="Aptos" panose="020B0004020202020204" pitchFamily="34" charset="0"/>
              </a:rPr>
              <a:t>MAE = 5.28 mm</a:t>
            </a:r>
          </a:p>
          <a:p>
            <a:endParaRPr lang="en-GB" sz="8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8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average(tp</a:t>
            </a:r>
            <a:r>
              <a:rPr lang="en-GB" sz="800" baseline="-250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OBS</a:t>
            </a:r>
            <a:r>
              <a:rPr lang="en-GB" sz="8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) = 5.55 mm</a:t>
            </a:r>
          </a:p>
          <a:p>
            <a:endParaRPr lang="en-GB" sz="800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7030A0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7030A0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7030A0"/>
                </a:solidFill>
                <a:latin typeface="Aptos" panose="020B0004020202020204" pitchFamily="34" charset="0"/>
              </a:rPr>
              <a:t> = 0.952</a:t>
            </a:r>
          </a:p>
        </p:txBody>
      </p:sp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9DC0478E-618F-B5FF-DF94-AFF3F77E166B}"/>
              </a:ext>
            </a:extLst>
          </p:cNvPr>
          <p:cNvCxnSpPr>
            <a:cxnSpLocks/>
            <a:stCxn id="293" idx="1"/>
          </p:cNvCxnSpPr>
          <p:nvPr/>
        </p:nvCxnSpPr>
        <p:spPr>
          <a:xfrm flipV="1">
            <a:off x="433185" y="2014507"/>
            <a:ext cx="2563200" cy="1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7B4FE5DB-3C04-A998-B7C3-98BF7F70E9F6}"/>
              </a:ext>
            </a:extLst>
          </p:cNvPr>
          <p:cNvCxnSpPr/>
          <p:nvPr/>
        </p:nvCxnSpPr>
        <p:spPr>
          <a:xfrm>
            <a:off x="427223" y="1401602"/>
            <a:ext cx="2563200" cy="5628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3F11E5AA-8524-93CD-B151-A9628032D955}"/>
              </a:ext>
            </a:extLst>
          </p:cNvPr>
          <p:cNvCxnSpPr/>
          <p:nvPr/>
        </p:nvCxnSpPr>
        <p:spPr>
          <a:xfrm>
            <a:off x="435119" y="2637663"/>
            <a:ext cx="2563200" cy="5628"/>
          </a:xfrm>
          <a:prstGeom prst="line">
            <a:avLst/>
          </a:prstGeom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Freeform: Shape 274">
            <a:extLst>
              <a:ext uri="{FF2B5EF4-FFF2-40B4-BE49-F238E27FC236}">
                <a16:creationId xmlns:a16="http://schemas.microsoft.com/office/drawing/2014/main" id="{C511CF70-BF97-F00D-B505-465907185E64}"/>
              </a:ext>
            </a:extLst>
          </p:cNvPr>
          <p:cNvSpPr/>
          <p:nvPr/>
        </p:nvSpPr>
        <p:spPr>
          <a:xfrm>
            <a:off x="427222" y="805629"/>
            <a:ext cx="2569163" cy="2410822"/>
          </a:xfrm>
          <a:custGeom>
            <a:avLst/>
            <a:gdLst>
              <a:gd name="connsiteX0" fmla="*/ 5056 w 3472156"/>
              <a:gd name="connsiteY0" fmla="*/ 2775433 h 2775433"/>
              <a:gd name="connsiteX1" fmla="*/ 5056 w 3472156"/>
              <a:gd name="connsiteY1" fmla="*/ 1756258 h 2775433"/>
              <a:gd name="connsiteX2" fmla="*/ 14581 w 3472156"/>
              <a:gd name="connsiteY2" fmla="*/ 1118083 h 2775433"/>
              <a:gd name="connsiteX3" fmla="*/ 166981 w 3472156"/>
              <a:gd name="connsiteY3" fmla="*/ 670408 h 2775433"/>
              <a:gd name="connsiteX4" fmla="*/ 471781 w 3472156"/>
              <a:gd name="connsiteY4" fmla="*/ 317983 h 2775433"/>
              <a:gd name="connsiteX5" fmla="*/ 1033756 w 3472156"/>
              <a:gd name="connsiteY5" fmla="*/ 117958 h 2775433"/>
              <a:gd name="connsiteX6" fmla="*/ 1595731 w 3472156"/>
              <a:gd name="connsiteY6" fmla="*/ 51283 h 2775433"/>
              <a:gd name="connsiteX7" fmla="*/ 2767306 w 3472156"/>
              <a:gd name="connsiteY7" fmla="*/ 22708 h 2775433"/>
              <a:gd name="connsiteX8" fmla="*/ 3472156 w 3472156"/>
              <a:gd name="connsiteY8" fmla="*/ 3658 h 2775433"/>
              <a:gd name="connsiteX0" fmla="*/ 5056 w 3472156"/>
              <a:gd name="connsiteY0" fmla="*/ 2776828 h 2776828"/>
              <a:gd name="connsiteX1" fmla="*/ 5056 w 3472156"/>
              <a:gd name="connsiteY1" fmla="*/ 1757653 h 2776828"/>
              <a:gd name="connsiteX2" fmla="*/ 14581 w 3472156"/>
              <a:gd name="connsiteY2" fmla="*/ 1119478 h 2776828"/>
              <a:gd name="connsiteX3" fmla="*/ 166981 w 3472156"/>
              <a:gd name="connsiteY3" fmla="*/ 671803 h 2776828"/>
              <a:gd name="connsiteX4" fmla="*/ 471781 w 3472156"/>
              <a:gd name="connsiteY4" fmla="*/ 319378 h 2776828"/>
              <a:gd name="connsiteX5" fmla="*/ 1033756 w 3472156"/>
              <a:gd name="connsiteY5" fmla="*/ 119353 h 2776828"/>
              <a:gd name="connsiteX6" fmla="*/ 1595731 w 3472156"/>
              <a:gd name="connsiteY6" fmla="*/ 52678 h 2776828"/>
              <a:gd name="connsiteX7" fmla="*/ 2405356 w 3472156"/>
              <a:gd name="connsiteY7" fmla="*/ 14578 h 2776828"/>
              <a:gd name="connsiteX8" fmla="*/ 3472156 w 3472156"/>
              <a:gd name="connsiteY8" fmla="*/ 5053 h 2776828"/>
              <a:gd name="connsiteX0" fmla="*/ 5056 w 3472156"/>
              <a:gd name="connsiteY0" fmla="*/ 2776828 h 2776828"/>
              <a:gd name="connsiteX1" fmla="*/ 5056 w 3472156"/>
              <a:gd name="connsiteY1" fmla="*/ 1757653 h 2776828"/>
              <a:gd name="connsiteX2" fmla="*/ 14581 w 3472156"/>
              <a:gd name="connsiteY2" fmla="*/ 1119478 h 2776828"/>
              <a:gd name="connsiteX3" fmla="*/ 166981 w 3472156"/>
              <a:gd name="connsiteY3" fmla="*/ 671803 h 2776828"/>
              <a:gd name="connsiteX4" fmla="*/ 471781 w 3472156"/>
              <a:gd name="connsiteY4" fmla="*/ 319378 h 2776828"/>
              <a:gd name="connsiteX5" fmla="*/ 1033756 w 3472156"/>
              <a:gd name="connsiteY5" fmla="*/ 119353 h 2776828"/>
              <a:gd name="connsiteX6" fmla="*/ 1576681 w 3472156"/>
              <a:gd name="connsiteY6" fmla="*/ 43153 h 2776828"/>
              <a:gd name="connsiteX7" fmla="*/ 2405356 w 3472156"/>
              <a:gd name="connsiteY7" fmla="*/ 14578 h 2776828"/>
              <a:gd name="connsiteX8" fmla="*/ 3472156 w 3472156"/>
              <a:gd name="connsiteY8" fmla="*/ 5053 h 2776828"/>
              <a:gd name="connsiteX0" fmla="*/ 5056 w 3472156"/>
              <a:gd name="connsiteY0" fmla="*/ 2776828 h 2776828"/>
              <a:gd name="connsiteX1" fmla="*/ 5056 w 3472156"/>
              <a:gd name="connsiteY1" fmla="*/ 1757653 h 2776828"/>
              <a:gd name="connsiteX2" fmla="*/ 14581 w 3472156"/>
              <a:gd name="connsiteY2" fmla="*/ 1119478 h 2776828"/>
              <a:gd name="connsiteX3" fmla="*/ 166981 w 3472156"/>
              <a:gd name="connsiteY3" fmla="*/ 671803 h 2776828"/>
              <a:gd name="connsiteX4" fmla="*/ 471781 w 3472156"/>
              <a:gd name="connsiteY4" fmla="*/ 319378 h 2776828"/>
              <a:gd name="connsiteX5" fmla="*/ 986131 w 3472156"/>
              <a:gd name="connsiteY5" fmla="*/ 109828 h 2776828"/>
              <a:gd name="connsiteX6" fmla="*/ 1576681 w 3472156"/>
              <a:gd name="connsiteY6" fmla="*/ 43153 h 2776828"/>
              <a:gd name="connsiteX7" fmla="*/ 2405356 w 3472156"/>
              <a:gd name="connsiteY7" fmla="*/ 14578 h 2776828"/>
              <a:gd name="connsiteX8" fmla="*/ 3472156 w 3472156"/>
              <a:gd name="connsiteY8" fmla="*/ 5053 h 2776828"/>
              <a:gd name="connsiteX0" fmla="*/ 5056 w 3472156"/>
              <a:gd name="connsiteY0" fmla="*/ 2776828 h 2776828"/>
              <a:gd name="connsiteX1" fmla="*/ 5056 w 3472156"/>
              <a:gd name="connsiteY1" fmla="*/ 2214853 h 2776828"/>
              <a:gd name="connsiteX2" fmla="*/ 14581 w 3472156"/>
              <a:gd name="connsiteY2" fmla="*/ 1119478 h 2776828"/>
              <a:gd name="connsiteX3" fmla="*/ 166981 w 3472156"/>
              <a:gd name="connsiteY3" fmla="*/ 671803 h 2776828"/>
              <a:gd name="connsiteX4" fmla="*/ 471781 w 3472156"/>
              <a:gd name="connsiteY4" fmla="*/ 319378 h 2776828"/>
              <a:gd name="connsiteX5" fmla="*/ 986131 w 3472156"/>
              <a:gd name="connsiteY5" fmla="*/ 109828 h 2776828"/>
              <a:gd name="connsiteX6" fmla="*/ 1576681 w 3472156"/>
              <a:gd name="connsiteY6" fmla="*/ 43153 h 2776828"/>
              <a:gd name="connsiteX7" fmla="*/ 2405356 w 3472156"/>
              <a:gd name="connsiteY7" fmla="*/ 14578 h 2776828"/>
              <a:gd name="connsiteX8" fmla="*/ 3472156 w 3472156"/>
              <a:gd name="connsiteY8" fmla="*/ 5053 h 2776828"/>
              <a:gd name="connsiteX0" fmla="*/ 1605 w 3468705"/>
              <a:gd name="connsiteY0" fmla="*/ 2776828 h 2776828"/>
              <a:gd name="connsiteX1" fmla="*/ 1605 w 3468705"/>
              <a:gd name="connsiteY1" fmla="*/ 2214853 h 2776828"/>
              <a:gd name="connsiteX2" fmla="*/ 20655 w 3468705"/>
              <a:gd name="connsiteY2" fmla="*/ 1414753 h 2776828"/>
              <a:gd name="connsiteX3" fmla="*/ 163530 w 3468705"/>
              <a:gd name="connsiteY3" fmla="*/ 671803 h 2776828"/>
              <a:gd name="connsiteX4" fmla="*/ 468330 w 3468705"/>
              <a:gd name="connsiteY4" fmla="*/ 319378 h 2776828"/>
              <a:gd name="connsiteX5" fmla="*/ 982680 w 3468705"/>
              <a:gd name="connsiteY5" fmla="*/ 109828 h 2776828"/>
              <a:gd name="connsiteX6" fmla="*/ 1573230 w 3468705"/>
              <a:gd name="connsiteY6" fmla="*/ 43153 h 2776828"/>
              <a:gd name="connsiteX7" fmla="*/ 2401905 w 3468705"/>
              <a:gd name="connsiteY7" fmla="*/ 14578 h 2776828"/>
              <a:gd name="connsiteX8" fmla="*/ 3468705 w 3468705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776578 h 2776828"/>
              <a:gd name="connsiteX4" fmla="*/ 469106 w 3469481"/>
              <a:gd name="connsiteY4" fmla="*/ 319378 h 2776828"/>
              <a:gd name="connsiteX5" fmla="*/ 983456 w 3469481"/>
              <a:gd name="connsiteY5" fmla="*/ 1098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776578 h 2776828"/>
              <a:gd name="connsiteX4" fmla="*/ 516731 w 3469481"/>
              <a:gd name="connsiteY4" fmla="*/ 367003 h 2776828"/>
              <a:gd name="connsiteX5" fmla="*/ 983456 w 3469481"/>
              <a:gd name="connsiteY5" fmla="*/ 1098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776578 h 2776828"/>
              <a:gd name="connsiteX4" fmla="*/ 516731 w 3469481"/>
              <a:gd name="connsiteY4" fmla="*/ 367003 h 2776828"/>
              <a:gd name="connsiteX5" fmla="*/ 1040606 w 3469481"/>
              <a:gd name="connsiteY5" fmla="*/ 1479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776578 h 2776828"/>
              <a:gd name="connsiteX4" fmla="*/ 592931 w 3469481"/>
              <a:gd name="connsiteY4" fmla="*/ 452728 h 2776828"/>
              <a:gd name="connsiteX5" fmla="*/ 1040606 w 3469481"/>
              <a:gd name="connsiteY5" fmla="*/ 1479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919453 h 2776828"/>
              <a:gd name="connsiteX4" fmla="*/ 592931 w 3469481"/>
              <a:gd name="connsiteY4" fmla="*/ 452728 h 2776828"/>
              <a:gd name="connsiteX5" fmla="*/ 1040606 w 3469481"/>
              <a:gd name="connsiteY5" fmla="*/ 1479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3711 w 3470811"/>
              <a:gd name="connsiteY0" fmla="*/ 2776828 h 2776828"/>
              <a:gd name="connsiteX1" fmla="*/ 3711 w 3470811"/>
              <a:gd name="connsiteY1" fmla="*/ 2214853 h 2776828"/>
              <a:gd name="connsiteX2" fmla="*/ 51336 w 3470811"/>
              <a:gd name="connsiteY2" fmla="*/ 1443328 h 2776828"/>
              <a:gd name="connsiteX3" fmla="*/ 213261 w 3470811"/>
              <a:gd name="connsiteY3" fmla="*/ 919453 h 2776828"/>
              <a:gd name="connsiteX4" fmla="*/ 594261 w 3470811"/>
              <a:gd name="connsiteY4" fmla="*/ 452728 h 2776828"/>
              <a:gd name="connsiteX5" fmla="*/ 1041936 w 3470811"/>
              <a:gd name="connsiteY5" fmla="*/ 147928 h 2776828"/>
              <a:gd name="connsiteX6" fmla="*/ 1575336 w 3470811"/>
              <a:gd name="connsiteY6" fmla="*/ 43153 h 2776828"/>
              <a:gd name="connsiteX7" fmla="*/ 2404011 w 3470811"/>
              <a:gd name="connsiteY7" fmla="*/ 14578 h 2776828"/>
              <a:gd name="connsiteX8" fmla="*/ 3470811 w 3470811"/>
              <a:gd name="connsiteY8" fmla="*/ 5053 h 2776828"/>
              <a:gd name="connsiteX0" fmla="*/ 3711 w 3470811"/>
              <a:gd name="connsiteY0" fmla="*/ 2776828 h 2776828"/>
              <a:gd name="connsiteX1" fmla="*/ 3711 w 3470811"/>
              <a:gd name="connsiteY1" fmla="*/ 2214853 h 2776828"/>
              <a:gd name="connsiteX2" fmla="*/ 51336 w 3470811"/>
              <a:gd name="connsiteY2" fmla="*/ 1443328 h 2776828"/>
              <a:gd name="connsiteX3" fmla="*/ 213261 w 3470811"/>
              <a:gd name="connsiteY3" fmla="*/ 919453 h 2776828"/>
              <a:gd name="connsiteX4" fmla="*/ 594261 w 3470811"/>
              <a:gd name="connsiteY4" fmla="*/ 452728 h 2776828"/>
              <a:gd name="connsiteX5" fmla="*/ 1032411 w 3470811"/>
              <a:gd name="connsiteY5" fmla="*/ 176503 h 2776828"/>
              <a:gd name="connsiteX6" fmla="*/ 1575336 w 3470811"/>
              <a:gd name="connsiteY6" fmla="*/ 43153 h 2776828"/>
              <a:gd name="connsiteX7" fmla="*/ 2404011 w 3470811"/>
              <a:gd name="connsiteY7" fmla="*/ 14578 h 2776828"/>
              <a:gd name="connsiteX8" fmla="*/ 3470811 w 3470811"/>
              <a:gd name="connsiteY8" fmla="*/ 5053 h 2776828"/>
              <a:gd name="connsiteX0" fmla="*/ 3711 w 3470811"/>
              <a:gd name="connsiteY0" fmla="*/ 2776828 h 2776828"/>
              <a:gd name="connsiteX1" fmla="*/ 3711 w 3470811"/>
              <a:gd name="connsiteY1" fmla="*/ 2214853 h 2776828"/>
              <a:gd name="connsiteX2" fmla="*/ 51336 w 3470811"/>
              <a:gd name="connsiteY2" fmla="*/ 1443328 h 2776828"/>
              <a:gd name="connsiteX3" fmla="*/ 213261 w 3470811"/>
              <a:gd name="connsiteY3" fmla="*/ 919453 h 2776828"/>
              <a:gd name="connsiteX4" fmla="*/ 594261 w 3470811"/>
              <a:gd name="connsiteY4" fmla="*/ 452728 h 2776828"/>
              <a:gd name="connsiteX5" fmla="*/ 1032411 w 3470811"/>
              <a:gd name="connsiteY5" fmla="*/ 176503 h 2776828"/>
              <a:gd name="connsiteX6" fmla="*/ 1603911 w 3470811"/>
              <a:gd name="connsiteY6" fmla="*/ 52678 h 2776828"/>
              <a:gd name="connsiteX7" fmla="*/ 2404011 w 3470811"/>
              <a:gd name="connsiteY7" fmla="*/ 14578 h 2776828"/>
              <a:gd name="connsiteX8" fmla="*/ 3470811 w 3470811"/>
              <a:gd name="connsiteY8" fmla="*/ 5053 h 2776828"/>
              <a:gd name="connsiteX0" fmla="*/ 3711 w 3470811"/>
              <a:gd name="connsiteY0" fmla="*/ 2775658 h 2775658"/>
              <a:gd name="connsiteX1" fmla="*/ 3711 w 3470811"/>
              <a:gd name="connsiteY1" fmla="*/ 2213683 h 2775658"/>
              <a:gd name="connsiteX2" fmla="*/ 51336 w 3470811"/>
              <a:gd name="connsiteY2" fmla="*/ 1442158 h 2775658"/>
              <a:gd name="connsiteX3" fmla="*/ 213261 w 3470811"/>
              <a:gd name="connsiteY3" fmla="*/ 918283 h 2775658"/>
              <a:gd name="connsiteX4" fmla="*/ 594261 w 3470811"/>
              <a:gd name="connsiteY4" fmla="*/ 451558 h 2775658"/>
              <a:gd name="connsiteX5" fmla="*/ 1032411 w 3470811"/>
              <a:gd name="connsiteY5" fmla="*/ 175333 h 2775658"/>
              <a:gd name="connsiteX6" fmla="*/ 1603911 w 3470811"/>
              <a:gd name="connsiteY6" fmla="*/ 51508 h 2775658"/>
              <a:gd name="connsiteX7" fmla="*/ 2388771 w 3470811"/>
              <a:gd name="connsiteY7" fmla="*/ 20963 h 2775658"/>
              <a:gd name="connsiteX8" fmla="*/ 3470811 w 3470811"/>
              <a:gd name="connsiteY8" fmla="*/ 3883 h 2775658"/>
              <a:gd name="connsiteX0" fmla="*/ 3711 w 3467001"/>
              <a:gd name="connsiteY0" fmla="*/ 2763745 h 2763745"/>
              <a:gd name="connsiteX1" fmla="*/ 3711 w 3467001"/>
              <a:gd name="connsiteY1" fmla="*/ 2201770 h 2763745"/>
              <a:gd name="connsiteX2" fmla="*/ 51336 w 3467001"/>
              <a:gd name="connsiteY2" fmla="*/ 1430245 h 2763745"/>
              <a:gd name="connsiteX3" fmla="*/ 213261 w 3467001"/>
              <a:gd name="connsiteY3" fmla="*/ 906370 h 2763745"/>
              <a:gd name="connsiteX4" fmla="*/ 594261 w 3467001"/>
              <a:gd name="connsiteY4" fmla="*/ 439645 h 2763745"/>
              <a:gd name="connsiteX5" fmla="*/ 1032411 w 3467001"/>
              <a:gd name="connsiteY5" fmla="*/ 163420 h 2763745"/>
              <a:gd name="connsiteX6" fmla="*/ 1603911 w 3467001"/>
              <a:gd name="connsiteY6" fmla="*/ 39595 h 2763745"/>
              <a:gd name="connsiteX7" fmla="*/ 2388771 w 3467001"/>
              <a:gd name="connsiteY7" fmla="*/ 9050 h 2763745"/>
              <a:gd name="connsiteX8" fmla="*/ 3467001 w 3467001"/>
              <a:gd name="connsiteY8" fmla="*/ 7080 h 2763745"/>
              <a:gd name="connsiteX0" fmla="*/ 3711 w 3470811"/>
              <a:gd name="connsiteY0" fmla="*/ 2761536 h 2761536"/>
              <a:gd name="connsiteX1" fmla="*/ 3711 w 3470811"/>
              <a:gd name="connsiteY1" fmla="*/ 2199561 h 2761536"/>
              <a:gd name="connsiteX2" fmla="*/ 51336 w 3470811"/>
              <a:gd name="connsiteY2" fmla="*/ 1428036 h 2761536"/>
              <a:gd name="connsiteX3" fmla="*/ 213261 w 3470811"/>
              <a:gd name="connsiteY3" fmla="*/ 904161 h 2761536"/>
              <a:gd name="connsiteX4" fmla="*/ 594261 w 3470811"/>
              <a:gd name="connsiteY4" fmla="*/ 437436 h 2761536"/>
              <a:gd name="connsiteX5" fmla="*/ 1032411 w 3470811"/>
              <a:gd name="connsiteY5" fmla="*/ 161211 h 2761536"/>
              <a:gd name="connsiteX6" fmla="*/ 1603911 w 3470811"/>
              <a:gd name="connsiteY6" fmla="*/ 37386 h 2761536"/>
              <a:gd name="connsiteX7" fmla="*/ 2388771 w 3470811"/>
              <a:gd name="connsiteY7" fmla="*/ 6841 h 2761536"/>
              <a:gd name="connsiteX8" fmla="*/ 3470811 w 3470811"/>
              <a:gd name="connsiteY8" fmla="*/ 8649 h 2761536"/>
              <a:gd name="connsiteX0" fmla="*/ 3711 w 3470811"/>
              <a:gd name="connsiteY0" fmla="*/ 2757423 h 2757423"/>
              <a:gd name="connsiteX1" fmla="*/ 3711 w 3470811"/>
              <a:gd name="connsiteY1" fmla="*/ 2195448 h 2757423"/>
              <a:gd name="connsiteX2" fmla="*/ 51336 w 3470811"/>
              <a:gd name="connsiteY2" fmla="*/ 1423923 h 2757423"/>
              <a:gd name="connsiteX3" fmla="*/ 213261 w 3470811"/>
              <a:gd name="connsiteY3" fmla="*/ 900048 h 2757423"/>
              <a:gd name="connsiteX4" fmla="*/ 594261 w 3470811"/>
              <a:gd name="connsiteY4" fmla="*/ 433323 h 2757423"/>
              <a:gd name="connsiteX5" fmla="*/ 1032411 w 3470811"/>
              <a:gd name="connsiteY5" fmla="*/ 157098 h 2757423"/>
              <a:gd name="connsiteX6" fmla="*/ 1603911 w 3470811"/>
              <a:gd name="connsiteY6" fmla="*/ 33273 h 2757423"/>
              <a:gd name="connsiteX7" fmla="*/ 2388771 w 3470811"/>
              <a:gd name="connsiteY7" fmla="*/ 2728 h 2757423"/>
              <a:gd name="connsiteX8" fmla="*/ 3470811 w 3470811"/>
              <a:gd name="connsiteY8" fmla="*/ 4536 h 2757423"/>
              <a:gd name="connsiteX0" fmla="*/ 3711 w 3467001"/>
              <a:gd name="connsiteY0" fmla="*/ 2767997 h 2767997"/>
              <a:gd name="connsiteX1" fmla="*/ 3711 w 3467001"/>
              <a:gd name="connsiteY1" fmla="*/ 2206022 h 2767997"/>
              <a:gd name="connsiteX2" fmla="*/ 51336 w 3467001"/>
              <a:gd name="connsiteY2" fmla="*/ 1434497 h 2767997"/>
              <a:gd name="connsiteX3" fmla="*/ 213261 w 3467001"/>
              <a:gd name="connsiteY3" fmla="*/ 910622 h 2767997"/>
              <a:gd name="connsiteX4" fmla="*/ 594261 w 3467001"/>
              <a:gd name="connsiteY4" fmla="*/ 443897 h 2767997"/>
              <a:gd name="connsiteX5" fmla="*/ 1032411 w 3467001"/>
              <a:gd name="connsiteY5" fmla="*/ 167672 h 2767997"/>
              <a:gd name="connsiteX6" fmla="*/ 1603911 w 3467001"/>
              <a:gd name="connsiteY6" fmla="*/ 43847 h 2767997"/>
              <a:gd name="connsiteX7" fmla="*/ 2388771 w 3467001"/>
              <a:gd name="connsiteY7" fmla="*/ 13302 h 2767997"/>
              <a:gd name="connsiteX8" fmla="*/ 3467001 w 3467001"/>
              <a:gd name="connsiteY8" fmla="*/ 0 h 276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67001" h="2767997">
                <a:moveTo>
                  <a:pt x="3711" y="2767997"/>
                </a:moveTo>
                <a:cubicBezTo>
                  <a:pt x="2917" y="2396522"/>
                  <a:pt x="-4227" y="2428272"/>
                  <a:pt x="3711" y="2206022"/>
                </a:cubicBezTo>
                <a:cubicBezTo>
                  <a:pt x="11649" y="1983772"/>
                  <a:pt x="16411" y="1650397"/>
                  <a:pt x="51336" y="1434497"/>
                </a:cubicBezTo>
                <a:cubicBezTo>
                  <a:pt x="86261" y="1218597"/>
                  <a:pt x="122774" y="1075722"/>
                  <a:pt x="213261" y="910622"/>
                </a:cubicBezTo>
                <a:cubicBezTo>
                  <a:pt x="303749" y="745522"/>
                  <a:pt x="457736" y="567722"/>
                  <a:pt x="594261" y="443897"/>
                </a:cubicBezTo>
                <a:cubicBezTo>
                  <a:pt x="730786" y="320072"/>
                  <a:pt x="864136" y="234347"/>
                  <a:pt x="1032411" y="167672"/>
                </a:cubicBezTo>
                <a:cubicBezTo>
                  <a:pt x="1200686" y="100997"/>
                  <a:pt x="1377851" y="69575"/>
                  <a:pt x="1603911" y="43847"/>
                </a:cubicBezTo>
                <a:cubicBezTo>
                  <a:pt x="1829971" y="18119"/>
                  <a:pt x="2388771" y="13302"/>
                  <a:pt x="2388771" y="13302"/>
                </a:cubicBezTo>
                <a:cubicBezTo>
                  <a:pt x="2701508" y="5365"/>
                  <a:pt x="3353654" y="2410"/>
                  <a:pt x="3467001" y="0"/>
                </a:cubicBezTo>
              </a:path>
            </a:pathLst>
          </a:cu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76" name="Freeform: Shape 275">
            <a:extLst>
              <a:ext uri="{FF2B5EF4-FFF2-40B4-BE49-F238E27FC236}">
                <a16:creationId xmlns:a16="http://schemas.microsoft.com/office/drawing/2014/main" id="{866C5018-7E8D-3C00-55C0-3EDBD19FF495}"/>
              </a:ext>
            </a:extLst>
          </p:cNvPr>
          <p:cNvSpPr/>
          <p:nvPr/>
        </p:nvSpPr>
        <p:spPr>
          <a:xfrm>
            <a:off x="430933" y="796723"/>
            <a:ext cx="818679" cy="2442333"/>
          </a:xfrm>
          <a:custGeom>
            <a:avLst/>
            <a:gdLst>
              <a:gd name="connsiteX0" fmla="*/ 0 w 866775"/>
              <a:gd name="connsiteY0" fmla="*/ 2781300 h 2781300"/>
              <a:gd name="connsiteX1" fmla="*/ 57150 w 866775"/>
              <a:gd name="connsiteY1" fmla="*/ 2038350 h 2781300"/>
              <a:gd name="connsiteX2" fmla="*/ 171450 w 866775"/>
              <a:gd name="connsiteY2" fmla="*/ 1295400 h 2781300"/>
              <a:gd name="connsiteX3" fmla="*/ 390525 w 866775"/>
              <a:gd name="connsiteY3" fmla="*/ 504825 h 2781300"/>
              <a:gd name="connsiteX4" fmla="*/ 619125 w 866775"/>
              <a:gd name="connsiteY4" fmla="*/ 161925 h 2781300"/>
              <a:gd name="connsiteX5" fmla="*/ 866775 w 866775"/>
              <a:gd name="connsiteY5" fmla="*/ 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775" h="2781300">
                <a:moveTo>
                  <a:pt x="0" y="2781300"/>
                </a:moveTo>
                <a:cubicBezTo>
                  <a:pt x="14287" y="2533650"/>
                  <a:pt x="28575" y="2286000"/>
                  <a:pt x="57150" y="2038350"/>
                </a:cubicBezTo>
                <a:cubicBezTo>
                  <a:pt x="85725" y="1790700"/>
                  <a:pt x="115888" y="1550987"/>
                  <a:pt x="171450" y="1295400"/>
                </a:cubicBezTo>
                <a:cubicBezTo>
                  <a:pt x="227013" y="1039812"/>
                  <a:pt x="315913" y="693737"/>
                  <a:pt x="390525" y="504825"/>
                </a:cubicBezTo>
                <a:cubicBezTo>
                  <a:pt x="465138" y="315912"/>
                  <a:pt x="539750" y="246062"/>
                  <a:pt x="619125" y="161925"/>
                </a:cubicBezTo>
                <a:cubicBezTo>
                  <a:pt x="698500" y="77787"/>
                  <a:pt x="866775" y="0"/>
                  <a:pt x="866775" y="0"/>
                </a:cubicBezTo>
              </a:path>
            </a:pathLst>
          </a:custGeom>
          <a:noFill/>
          <a:ln w="28575">
            <a:solidFill>
              <a:srgbClr val="990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D50CECEE-56A0-6766-697F-5321224A9F3E}"/>
              </a:ext>
            </a:extLst>
          </p:cNvPr>
          <p:cNvSpPr txBox="1"/>
          <p:nvPr/>
        </p:nvSpPr>
        <p:spPr>
          <a:xfrm>
            <a:off x="84000" y="3104740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0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250BEC67-AF88-5053-D332-B4DC693A142B}"/>
              </a:ext>
            </a:extLst>
          </p:cNvPr>
          <p:cNvSpPr txBox="1"/>
          <p:nvPr/>
        </p:nvSpPr>
        <p:spPr>
          <a:xfrm>
            <a:off x="84000" y="188926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50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9E15CD34-1925-8AB3-83E4-17F16A40AFCB}"/>
              </a:ext>
            </a:extLst>
          </p:cNvPr>
          <p:cNvSpPr txBox="1"/>
          <p:nvPr/>
        </p:nvSpPr>
        <p:spPr>
          <a:xfrm>
            <a:off x="84000" y="67378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bg2">
                    <a:lumMod val="50000"/>
                  </a:schemeClr>
                </a:solidFill>
              </a:rPr>
              <a:t>100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A9489243-EC5F-4561-0480-CF1B0483A60D}"/>
              </a:ext>
            </a:extLst>
          </p:cNvPr>
          <p:cNvSpPr txBox="1"/>
          <p:nvPr/>
        </p:nvSpPr>
        <p:spPr>
          <a:xfrm>
            <a:off x="84000" y="1281526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75</a:t>
            </a:r>
          </a:p>
        </p:txBody>
      </p:sp>
      <p:sp>
        <p:nvSpPr>
          <p:cNvPr id="281" name="TextBox 280">
            <a:extLst>
              <a:ext uri="{FF2B5EF4-FFF2-40B4-BE49-F238E27FC236}">
                <a16:creationId xmlns:a16="http://schemas.microsoft.com/office/drawing/2014/main" id="{74567D45-8D20-83C4-1EA4-63646D3BC8D3}"/>
              </a:ext>
            </a:extLst>
          </p:cNvPr>
          <p:cNvSpPr txBox="1"/>
          <p:nvPr/>
        </p:nvSpPr>
        <p:spPr>
          <a:xfrm>
            <a:off x="84000" y="2497002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25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6238931B-A656-3478-367B-5DC959A286CE}"/>
              </a:ext>
            </a:extLst>
          </p:cNvPr>
          <p:cNvSpPr txBox="1"/>
          <p:nvPr/>
        </p:nvSpPr>
        <p:spPr>
          <a:xfrm>
            <a:off x="-57694" y="-54429"/>
            <a:ext cx="64210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Normalized Mean Absolute Error (MAE</a:t>
            </a:r>
            <a:r>
              <a:rPr lang="en-US" sz="1000" b="1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) for 24-hourly total precipitation (tp)</a:t>
            </a:r>
          </a:p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Schematic on how to interpret MAE</a:t>
            </a:r>
            <a:r>
              <a:rPr lang="en-US" sz="10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</a:p>
        </p:txBody>
      </p: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FF369B79-FD0D-9FA3-2980-462D55D7F5FC}"/>
              </a:ext>
            </a:extLst>
          </p:cNvPr>
          <p:cNvCxnSpPr>
            <a:cxnSpLocks/>
          </p:cNvCxnSpPr>
          <p:nvPr/>
        </p:nvCxnSpPr>
        <p:spPr>
          <a:xfrm>
            <a:off x="430933" y="970419"/>
            <a:ext cx="720000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1DF8D64D-EF48-37E0-97B6-A8EFF1F24A2B}"/>
              </a:ext>
            </a:extLst>
          </p:cNvPr>
          <p:cNvCxnSpPr>
            <a:cxnSpLocks/>
          </p:cNvCxnSpPr>
          <p:nvPr/>
        </p:nvCxnSpPr>
        <p:spPr>
          <a:xfrm>
            <a:off x="430933" y="970419"/>
            <a:ext cx="540000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Arrow Connector 284">
            <a:extLst>
              <a:ext uri="{FF2B5EF4-FFF2-40B4-BE49-F238E27FC236}">
                <a16:creationId xmlns:a16="http://schemas.microsoft.com/office/drawing/2014/main" id="{AC93B660-8CC4-B938-E527-71E4C0968D3D}"/>
              </a:ext>
            </a:extLst>
          </p:cNvPr>
          <p:cNvCxnSpPr>
            <a:cxnSpLocks/>
          </p:cNvCxnSpPr>
          <p:nvPr/>
        </p:nvCxnSpPr>
        <p:spPr>
          <a:xfrm>
            <a:off x="970933" y="970419"/>
            <a:ext cx="0" cy="226187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1A56CCCD-576A-E9AA-CE9A-2B4B02675EDA}"/>
              </a:ext>
            </a:extLst>
          </p:cNvPr>
          <p:cNvCxnSpPr>
            <a:cxnSpLocks/>
          </p:cNvCxnSpPr>
          <p:nvPr/>
        </p:nvCxnSpPr>
        <p:spPr>
          <a:xfrm>
            <a:off x="1148251" y="970419"/>
            <a:ext cx="0" cy="226187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TextBox 286">
            <a:extLst>
              <a:ext uri="{FF2B5EF4-FFF2-40B4-BE49-F238E27FC236}">
                <a16:creationId xmlns:a16="http://schemas.microsoft.com/office/drawing/2014/main" id="{821B142C-6D79-69F4-E2DD-2565A699C37D}"/>
              </a:ext>
            </a:extLst>
          </p:cNvPr>
          <p:cNvSpPr txBox="1"/>
          <p:nvPr/>
        </p:nvSpPr>
        <p:spPr>
          <a:xfrm>
            <a:off x="84000" y="857630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bg2">
                    <a:lumMod val="50000"/>
                  </a:schemeClr>
                </a:solidFill>
              </a:rPr>
              <a:t>x</a:t>
            </a:r>
            <a:r>
              <a:rPr lang="en-GB" sz="800" baseline="-25000" dirty="0">
                <a:solidFill>
                  <a:schemeClr val="bg2">
                    <a:lumMod val="50000"/>
                  </a:schemeClr>
                </a:solidFill>
              </a:rPr>
              <a:t>i</a:t>
            </a:r>
            <a:r>
              <a:rPr lang="en-GB" sz="800" baseline="30000" dirty="0">
                <a:solidFill>
                  <a:schemeClr val="bg2">
                    <a:lumMod val="50000"/>
                  </a:schemeClr>
                </a:solidFill>
              </a:rPr>
              <a:t>th</a:t>
            </a:r>
            <a:r>
              <a:rPr lang="en-GB" sz="800" dirty="0">
                <a:solidFill>
                  <a:schemeClr val="bg2">
                    <a:lumMod val="50000"/>
                  </a:schemeClr>
                </a:solidFill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F9D80787-8933-BCDA-17D0-CC34AB69D279}"/>
                  </a:ext>
                </a:extLst>
              </p:cNvPr>
              <p:cNvSpPr txBox="1"/>
              <p:nvPr/>
            </p:nvSpPr>
            <p:spPr>
              <a:xfrm>
                <a:off x="3312826" y="792260"/>
                <a:ext cx="2926989" cy="6355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800" dirty="0">
                    <a:solidFill>
                      <a:srgbClr val="990033"/>
                    </a:solidFill>
                    <a:latin typeface="Aptos" panose="020B0004020202020204" pitchFamily="34" charset="0"/>
                  </a:rPr>
                  <a:t>MAE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800" i="1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GB" sz="800" i="1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  <m:e>
                        <m: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tpOBS</m:t>
                        </m:r>
                        <m:d>
                          <m:dPr>
                            <m:ctrlPr>
                              <a:rPr lang="en-GB" sz="800" b="0" i="1" smtClean="0">
                                <a:solidFill>
                                  <a:srgbClr val="9900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GB" sz="800" b="0" i="0" smtClean="0">
                                <a:solidFill>
                                  <a:srgbClr val="990033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en-GB" sz="800" b="0" i="0" baseline="-25000" smtClean="0">
                                <a:solidFill>
                                  <a:srgbClr val="990033"/>
                                </a:solidFill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en-GB" sz="800" b="0" i="0" baseline="30000" smtClean="0">
                                <a:solidFill>
                                  <a:srgbClr val="990033"/>
                                </a:solidFill>
                                <a:latin typeface="Cambria Math" panose="02040503050406030204" pitchFamily="18" charset="0"/>
                              </a:rPr>
                              <m:t>th</m:t>
                            </m:r>
                          </m:e>
                        </m:d>
                        <m: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tpNWP</m:t>
                        </m:r>
                        <m: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xith</m:t>
                        </m:r>
                        <m:r>
                          <a:rPr lang="en-GB" sz="800" b="0" i="0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GB" sz="800" b="0" i="1" smtClean="0">
                            <a:solidFill>
                              <a:srgbClr val="990033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r>
                  <a:rPr lang="en-GB" sz="800" b="0" dirty="0">
                    <a:solidFill>
                      <a:srgbClr val="FF0066"/>
                    </a:solidFill>
                    <a:latin typeface="Aptos" panose="020B0004020202020204" pitchFamily="34" charset="0"/>
                  </a:rPr>
                  <a:t> </a:t>
                </a:r>
              </a:p>
              <a:p>
                <a:pPr algn="ctr"/>
                <a:endParaRPr lang="en-GB" sz="400" dirty="0">
                  <a:solidFill>
                    <a:schemeClr val="bg2">
                      <a:lumMod val="50000"/>
                    </a:schemeClr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en-GB" sz="800" dirty="0">
                    <a:solidFill>
                      <a:srgbClr val="990033"/>
                    </a:solidFill>
                    <a:latin typeface="Aptos" panose="020B0004020202020204" pitchFamily="34" charset="0"/>
                  </a:rPr>
                  <a:t>n = tot n. of percentiles sampling ECDF</a:t>
                </a:r>
              </a:p>
              <a:p>
                <a:pPr algn="ctr"/>
                <a:endParaRPr lang="en-GB" sz="400" dirty="0">
                  <a:solidFill>
                    <a:srgbClr val="990033"/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en-GB" sz="800" dirty="0">
                    <a:solidFill>
                      <a:srgbClr val="990033"/>
                    </a:solidFill>
                    <a:latin typeface="Aptos" panose="020B0004020202020204" pitchFamily="34" charset="0"/>
                  </a:rPr>
                  <a:t>MAE is expressed in mm.</a:t>
                </a:r>
              </a:p>
            </p:txBody>
          </p:sp>
        </mc:Choice>
        <mc:Fallback xmlns="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F9D80787-8933-BCDA-17D0-CC34AB69D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826" y="792260"/>
                <a:ext cx="2926989" cy="635559"/>
              </a:xfrm>
              <a:prstGeom prst="rect">
                <a:avLst/>
              </a:prstGeom>
              <a:blipFill>
                <a:blip r:embed="rId2"/>
                <a:stretch>
                  <a:fillRect t="-25000" b="-288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9" name="TextBox 288">
            <a:extLst>
              <a:ext uri="{FF2B5EF4-FFF2-40B4-BE49-F238E27FC236}">
                <a16:creationId xmlns:a16="http://schemas.microsoft.com/office/drawing/2014/main" id="{34D8F273-6B88-1F6F-CB3E-F010E31F69E2}"/>
              </a:ext>
            </a:extLst>
          </p:cNvPr>
          <p:cNvSpPr txBox="1"/>
          <p:nvPr/>
        </p:nvSpPr>
        <p:spPr>
          <a:xfrm rot="16200000">
            <a:off x="-1127131" y="1910166"/>
            <a:ext cx="24423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Percentiles [%]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E854FF54-F135-00D5-20D0-CBF59FDD730F}"/>
              </a:ext>
            </a:extLst>
          </p:cNvPr>
          <p:cNvSpPr txBox="1"/>
          <p:nvPr/>
        </p:nvSpPr>
        <p:spPr>
          <a:xfrm>
            <a:off x="430934" y="3348914"/>
            <a:ext cx="25659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tp [mm/24h]</a:t>
            </a: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851010F7-C852-6943-5C2D-4F462D1483EB}"/>
              </a:ext>
            </a:extLst>
          </p:cNvPr>
          <p:cNvSpPr txBox="1"/>
          <p:nvPr/>
        </p:nvSpPr>
        <p:spPr>
          <a:xfrm>
            <a:off x="1364387" y="863717"/>
            <a:ext cx="7519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ECDF</a:t>
            </a:r>
            <a:r>
              <a:rPr lang="en-GB" sz="800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OBS</a:t>
            </a:r>
            <a:endParaRPr lang="en-GB" sz="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F818CBF6-D1F1-F81B-69C9-BBCAA6A97D45}"/>
              </a:ext>
            </a:extLst>
          </p:cNvPr>
          <p:cNvSpPr txBox="1"/>
          <p:nvPr/>
        </p:nvSpPr>
        <p:spPr>
          <a:xfrm>
            <a:off x="1003151" y="578182"/>
            <a:ext cx="7811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rgbClr val="990033"/>
                </a:solidFill>
              </a:rPr>
              <a:t>ECDF</a:t>
            </a:r>
            <a:r>
              <a:rPr lang="en-GB" sz="800" baseline="-25000" dirty="0">
                <a:solidFill>
                  <a:srgbClr val="990033"/>
                </a:solidFill>
              </a:rPr>
              <a:t>NWP</a:t>
            </a:r>
            <a:endParaRPr lang="en-GB" sz="800" dirty="0">
              <a:solidFill>
                <a:srgbClr val="990033"/>
              </a:solidFill>
            </a:endParaRPr>
          </a:p>
        </p:txBody>
      </p:sp>
      <p:sp>
        <p:nvSpPr>
          <p:cNvPr id="293" name="Rectangle 292">
            <a:extLst>
              <a:ext uri="{FF2B5EF4-FFF2-40B4-BE49-F238E27FC236}">
                <a16:creationId xmlns:a16="http://schemas.microsoft.com/office/drawing/2014/main" id="{FB1DE1FF-1195-2248-31B3-B2A61E0F0278}"/>
              </a:ext>
            </a:extLst>
          </p:cNvPr>
          <p:cNvSpPr/>
          <p:nvPr/>
        </p:nvSpPr>
        <p:spPr>
          <a:xfrm>
            <a:off x="433185" y="796725"/>
            <a:ext cx="2561364" cy="243556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C635D982-B160-162E-7017-D7B6008A2B38}"/>
              </a:ext>
            </a:extLst>
          </p:cNvPr>
          <p:cNvSpPr txBox="1"/>
          <p:nvPr/>
        </p:nvSpPr>
        <p:spPr>
          <a:xfrm>
            <a:off x="428593" y="3198738"/>
            <a:ext cx="86439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>
                <a:solidFill>
                  <a:srgbClr val="990033"/>
                </a:solidFill>
              </a:rPr>
              <a:t>tp</a:t>
            </a:r>
            <a:r>
              <a:rPr lang="en-GB" sz="800" baseline="-25000" dirty="0">
                <a:solidFill>
                  <a:srgbClr val="990033"/>
                </a:solidFill>
              </a:rPr>
              <a:t>NWP</a:t>
            </a:r>
            <a:r>
              <a:rPr lang="en-GB" sz="800" dirty="0">
                <a:solidFill>
                  <a:srgbClr val="990033"/>
                </a:solidFill>
              </a:rPr>
              <a:t>(x</a:t>
            </a:r>
            <a:r>
              <a:rPr lang="en-GB" sz="800" baseline="-25000" dirty="0">
                <a:solidFill>
                  <a:srgbClr val="990033"/>
                </a:solidFill>
              </a:rPr>
              <a:t>i</a:t>
            </a:r>
            <a:r>
              <a:rPr lang="en-GB" sz="800" baseline="30000" dirty="0">
                <a:solidFill>
                  <a:srgbClr val="990033"/>
                </a:solidFill>
              </a:rPr>
              <a:t>th</a:t>
            </a:r>
            <a:r>
              <a:rPr lang="en-GB" sz="800" dirty="0">
                <a:solidFill>
                  <a:srgbClr val="990033"/>
                </a:solidFill>
              </a:rPr>
              <a:t>) 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CF3EFA02-1888-2A0D-B6A2-13D5C73A26C9}"/>
              </a:ext>
            </a:extLst>
          </p:cNvPr>
          <p:cNvSpPr txBox="1"/>
          <p:nvPr/>
        </p:nvSpPr>
        <p:spPr>
          <a:xfrm>
            <a:off x="1006639" y="3198738"/>
            <a:ext cx="94059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tp</a:t>
            </a:r>
            <a:r>
              <a:rPr lang="en-GB" sz="800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OBS</a:t>
            </a:r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(x</a:t>
            </a:r>
            <a:r>
              <a:rPr lang="en-GB" sz="800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</a:t>
            </a:r>
            <a:r>
              <a:rPr lang="en-GB" sz="800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E3D8F40F-4C18-D33E-2E91-D2B59FBE9149}"/>
                  </a:ext>
                </a:extLst>
              </p:cNvPr>
              <p:cNvSpPr txBox="1"/>
              <p:nvPr/>
            </p:nvSpPr>
            <p:spPr>
              <a:xfrm>
                <a:off x="3048307" y="1843384"/>
                <a:ext cx="2277672" cy="890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800" b="1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MAE</a:t>
                </a:r>
                <a:r>
                  <a:rPr lang="en-GB" sz="800" b="1" baseline="-25000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NORM</a:t>
                </a:r>
                <a:r>
                  <a:rPr lang="en-GB" sz="800" b="1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800" b="1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𝐌𝐀𝐄</m:t>
                        </m:r>
                      </m:num>
                      <m:den>
                        <m:r>
                          <a:rPr lang="en-US" sz="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𝐚𝐯𝐞𝐫𝐚𝐠𝐞</m:t>
                        </m:r>
                        <m:r>
                          <a:rPr lang="en-US" sz="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𝐭𝐩𝐎𝐁𝐒</m:t>
                        </m:r>
                        <m:r>
                          <a:rPr lang="en-US" sz="800" b="1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GB" sz="800" b="1" dirty="0">
                  <a:solidFill>
                    <a:srgbClr val="7030A0"/>
                  </a:solidFill>
                  <a:latin typeface="Aptos" panose="020B0004020202020204" pitchFamily="34" charset="0"/>
                </a:endParaRPr>
              </a:p>
              <a:p>
                <a:pPr algn="ctr"/>
                <a:endParaRPr lang="en-GB" sz="400" dirty="0">
                  <a:solidFill>
                    <a:srgbClr val="7030A0"/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en-GB" sz="800" dirty="0">
                    <a:solidFill>
                      <a:srgbClr val="7030A0"/>
                    </a:solidFill>
                  </a:rPr>
                  <a:t>average(tp</a:t>
                </a:r>
                <a:r>
                  <a:rPr lang="en-GB" sz="800" baseline="-25000" dirty="0">
                    <a:solidFill>
                      <a:srgbClr val="7030A0"/>
                    </a:solidFill>
                  </a:rPr>
                  <a:t>OBS</a:t>
                </a:r>
                <a:r>
                  <a:rPr lang="en-GB" sz="800" dirty="0">
                    <a:solidFill>
                      <a:srgbClr val="7030A0"/>
                    </a:solidFill>
                  </a:rPr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8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8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800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GB" sz="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en-US" sz="8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sz="800" b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8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800" b="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p>
                      <m:e>
                        <m:d>
                          <m:dPr>
                            <m:ctrlPr>
                              <a:rPr lang="en-US" sz="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800" b="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tp</m:t>
                            </m:r>
                            <m:r>
                              <m:rPr>
                                <m:sty m:val="p"/>
                              </m:rPr>
                              <a:rPr lang="en-US" sz="800" b="0" i="1" baseline="-2500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OBS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US" sz="800" b="0" i="1" baseline="-2500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nary>
                  </m:oMath>
                </a14:m>
                <a:endParaRPr lang="en-GB" sz="800" dirty="0">
                  <a:solidFill>
                    <a:srgbClr val="7030A0"/>
                  </a:solidFill>
                  <a:latin typeface="Aptos" panose="020B0004020202020204" pitchFamily="34" charset="0"/>
                </a:endParaRPr>
              </a:p>
              <a:p>
                <a:pPr algn="ctr"/>
                <a:endParaRPr lang="en-GB" sz="400" dirty="0">
                  <a:solidFill>
                    <a:srgbClr val="7030A0"/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en-GB" sz="800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m = tot n. of observed records in the rain gauge</a:t>
                </a:r>
              </a:p>
              <a:p>
                <a:pPr algn="ctr"/>
                <a:endParaRPr lang="en-GB" sz="400" dirty="0">
                  <a:solidFill>
                    <a:srgbClr val="7030A0"/>
                  </a:solidFill>
                  <a:latin typeface="Aptos" panose="020B0004020202020204" pitchFamily="34" charset="0"/>
                </a:endParaRPr>
              </a:p>
              <a:p>
                <a:pPr algn="ctr"/>
                <a:r>
                  <a:rPr lang="en-GB" sz="800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MAE</a:t>
                </a:r>
                <a:r>
                  <a:rPr lang="en-GB" sz="800" baseline="-25000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NORM</a:t>
                </a:r>
                <a:r>
                  <a:rPr lang="en-GB" sz="800" b="1" baseline="-25000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GB" sz="800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is adimensional.</a:t>
                </a:r>
              </a:p>
            </p:txBody>
          </p:sp>
        </mc:Choice>
        <mc:Fallback xmlns=""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E3D8F40F-4C18-D33E-2E91-D2B59FBE9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307" y="1843384"/>
                <a:ext cx="2277672" cy="890565"/>
              </a:xfrm>
              <a:prstGeom prst="rect">
                <a:avLst/>
              </a:prstGeom>
              <a:blipFill>
                <a:blip r:embed="rId3"/>
                <a:stretch>
                  <a:fillRect b="-137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" name="TextBox 296">
            <a:extLst>
              <a:ext uri="{FF2B5EF4-FFF2-40B4-BE49-F238E27FC236}">
                <a16:creationId xmlns:a16="http://schemas.microsoft.com/office/drawing/2014/main" id="{B20CF3B4-062E-2B20-D8CC-0947363FE49F}"/>
              </a:ext>
            </a:extLst>
          </p:cNvPr>
          <p:cNvSpPr txBox="1"/>
          <p:nvPr/>
        </p:nvSpPr>
        <p:spPr>
          <a:xfrm>
            <a:off x="-57695" y="427486"/>
            <a:ext cx="62163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(a) Schematic representation and computation of MAE and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 at a specific rain gauge</a:t>
            </a: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676F5C26-663F-E6BB-FE9C-99AA181419C6}"/>
              </a:ext>
            </a:extLst>
          </p:cNvPr>
          <p:cNvSpPr/>
          <p:nvPr/>
        </p:nvSpPr>
        <p:spPr>
          <a:xfrm>
            <a:off x="3082405" y="1821821"/>
            <a:ext cx="2213772" cy="890626"/>
          </a:xfrm>
          <a:prstGeom prst="rect">
            <a:avLst/>
          </a:prstGeom>
          <a:noFill/>
          <a:ln w="31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55042497-F896-DCD8-E0CC-597C80103CC1}"/>
              </a:ext>
            </a:extLst>
          </p:cNvPr>
          <p:cNvSpPr txBox="1"/>
          <p:nvPr/>
        </p:nvSpPr>
        <p:spPr>
          <a:xfrm>
            <a:off x="-57695" y="6626107"/>
            <a:ext cx="69086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(d) Examples of MAE</a:t>
            </a:r>
            <a:r>
              <a:rPr lang="en-US" sz="8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NORM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 values for different degrees of similarity between ECDFs</a:t>
            </a:r>
          </a:p>
        </p:txBody>
      </p:sp>
      <p:sp>
        <p:nvSpPr>
          <p:cNvPr id="300" name="Freeform: Shape 299">
            <a:extLst>
              <a:ext uri="{FF2B5EF4-FFF2-40B4-BE49-F238E27FC236}">
                <a16:creationId xmlns:a16="http://schemas.microsoft.com/office/drawing/2014/main" id="{238738B0-F66B-9337-17BB-B8DF98E11787}"/>
              </a:ext>
            </a:extLst>
          </p:cNvPr>
          <p:cNvSpPr/>
          <p:nvPr/>
        </p:nvSpPr>
        <p:spPr>
          <a:xfrm>
            <a:off x="407111" y="6995012"/>
            <a:ext cx="3911015" cy="2299585"/>
          </a:xfrm>
          <a:custGeom>
            <a:avLst/>
            <a:gdLst>
              <a:gd name="connsiteX0" fmla="*/ 43733 w 3907355"/>
              <a:gd name="connsiteY0" fmla="*/ 2269067 h 2269067"/>
              <a:gd name="connsiteX1" fmla="*/ 40911 w 3907355"/>
              <a:gd name="connsiteY1" fmla="*/ 795867 h 2269067"/>
              <a:gd name="connsiteX2" fmla="*/ 475533 w 3907355"/>
              <a:gd name="connsiteY2" fmla="*/ 174978 h 2269067"/>
              <a:gd name="connsiteX3" fmla="*/ 763400 w 3907355"/>
              <a:gd name="connsiteY3" fmla="*/ 132645 h 2269067"/>
              <a:gd name="connsiteX4" fmla="*/ 1519755 w 3907355"/>
              <a:gd name="connsiteY4" fmla="*/ 79022 h 2269067"/>
              <a:gd name="connsiteX5" fmla="*/ 2595022 w 3907355"/>
              <a:gd name="connsiteY5" fmla="*/ 28222 h 2269067"/>
              <a:gd name="connsiteX6" fmla="*/ 3320333 w 3907355"/>
              <a:gd name="connsiteY6" fmla="*/ 16934 h 2269067"/>
              <a:gd name="connsiteX7" fmla="*/ 3907355 w 3907355"/>
              <a:gd name="connsiteY7" fmla="*/ 0 h 2269067"/>
              <a:gd name="connsiteX0" fmla="*/ 33903 w 3897525"/>
              <a:gd name="connsiteY0" fmla="*/ 2269067 h 2269067"/>
              <a:gd name="connsiteX1" fmla="*/ 31081 w 3897525"/>
              <a:gd name="connsiteY1" fmla="*/ 795867 h 2269067"/>
              <a:gd name="connsiteX2" fmla="*/ 324592 w 3897525"/>
              <a:gd name="connsiteY2" fmla="*/ 301978 h 2269067"/>
              <a:gd name="connsiteX3" fmla="*/ 753570 w 3897525"/>
              <a:gd name="connsiteY3" fmla="*/ 132645 h 2269067"/>
              <a:gd name="connsiteX4" fmla="*/ 1509925 w 3897525"/>
              <a:gd name="connsiteY4" fmla="*/ 79022 h 2269067"/>
              <a:gd name="connsiteX5" fmla="*/ 2585192 w 3897525"/>
              <a:gd name="connsiteY5" fmla="*/ 28222 h 2269067"/>
              <a:gd name="connsiteX6" fmla="*/ 3310503 w 3897525"/>
              <a:gd name="connsiteY6" fmla="*/ 16934 h 2269067"/>
              <a:gd name="connsiteX7" fmla="*/ 3897525 w 3897525"/>
              <a:gd name="connsiteY7" fmla="*/ 0 h 2269067"/>
              <a:gd name="connsiteX0" fmla="*/ 33903 w 3897525"/>
              <a:gd name="connsiteY0" fmla="*/ 2269067 h 2269067"/>
              <a:gd name="connsiteX1" fmla="*/ 31081 w 3897525"/>
              <a:gd name="connsiteY1" fmla="*/ 795867 h 2269067"/>
              <a:gd name="connsiteX2" fmla="*/ 324592 w 3897525"/>
              <a:gd name="connsiteY2" fmla="*/ 301978 h 2269067"/>
              <a:gd name="connsiteX3" fmla="*/ 753570 w 3897525"/>
              <a:gd name="connsiteY3" fmla="*/ 132645 h 2269067"/>
              <a:gd name="connsiteX4" fmla="*/ 1509925 w 3897525"/>
              <a:gd name="connsiteY4" fmla="*/ 79022 h 2269067"/>
              <a:gd name="connsiteX5" fmla="*/ 2585192 w 3897525"/>
              <a:gd name="connsiteY5" fmla="*/ 28222 h 2269067"/>
              <a:gd name="connsiteX6" fmla="*/ 3310503 w 3897525"/>
              <a:gd name="connsiteY6" fmla="*/ 16934 h 2269067"/>
              <a:gd name="connsiteX7" fmla="*/ 3897525 w 3897525"/>
              <a:gd name="connsiteY7" fmla="*/ 0 h 2269067"/>
              <a:gd name="connsiteX0" fmla="*/ 33903 w 3897525"/>
              <a:gd name="connsiteY0" fmla="*/ 2269067 h 2269067"/>
              <a:gd name="connsiteX1" fmla="*/ 31081 w 3897525"/>
              <a:gd name="connsiteY1" fmla="*/ 917223 h 2269067"/>
              <a:gd name="connsiteX2" fmla="*/ 324592 w 3897525"/>
              <a:gd name="connsiteY2" fmla="*/ 301978 h 2269067"/>
              <a:gd name="connsiteX3" fmla="*/ 753570 w 3897525"/>
              <a:gd name="connsiteY3" fmla="*/ 132645 h 2269067"/>
              <a:gd name="connsiteX4" fmla="*/ 1509925 w 3897525"/>
              <a:gd name="connsiteY4" fmla="*/ 79022 h 2269067"/>
              <a:gd name="connsiteX5" fmla="*/ 2585192 w 3897525"/>
              <a:gd name="connsiteY5" fmla="*/ 28222 h 2269067"/>
              <a:gd name="connsiteX6" fmla="*/ 3310503 w 3897525"/>
              <a:gd name="connsiteY6" fmla="*/ 16934 h 2269067"/>
              <a:gd name="connsiteX7" fmla="*/ 3897525 w 3897525"/>
              <a:gd name="connsiteY7" fmla="*/ 0 h 2269067"/>
              <a:gd name="connsiteX0" fmla="*/ 19724 w 3883346"/>
              <a:gd name="connsiteY0" fmla="*/ 2269067 h 2269067"/>
              <a:gd name="connsiteX1" fmla="*/ 16902 w 3883346"/>
              <a:gd name="connsiteY1" fmla="*/ 917223 h 2269067"/>
              <a:gd name="connsiteX2" fmla="*/ 310413 w 3883346"/>
              <a:gd name="connsiteY2" fmla="*/ 301978 h 2269067"/>
              <a:gd name="connsiteX3" fmla="*/ 739391 w 3883346"/>
              <a:gd name="connsiteY3" fmla="*/ 132645 h 2269067"/>
              <a:gd name="connsiteX4" fmla="*/ 1495746 w 3883346"/>
              <a:gd name="connsiteY4" fmla="*/ 79022 h 2269067"/>
              <a:gd name="connsiteX5" fmla="*/ 2571013 w 3883346"/>
              <a:gd name="connsiteY5" fmla="*/ 28222 h 2269067"/>
              <a:gd name="connsiteX6" fmla="*/ 3296324 w 3883346"/>
              <a:gd name="connsiteY6" fmla="*/ 16934 h 2269067"/>
              <a:gd name="connsiteX7" fmla="*/ 3883346 w 3883346"/>
              <a:gd name="connsiteY7" fmla="*/ 0 h 2269067"/>
              <a:gd name="connsiteX0" fmla="*/ 31627 w 3895249"/>
              <a:gd name="connsiteY0" fmla="*/ 2269067 h 2269067"/>
              <a:gd name="connsiteX1" fmla="*/ 28805 w 3895249"/>
              <a:gd name="connsiteY1" fmla="*/ 917223 h 2269067"/>
              <a:gd name="connsiteX2" fmla="*/ 288449 w 3895249"/>
              <a:gd name="connsiteY2" fmla="*/ 318911 h 2269067"/>
              <a:gd name="connsiteX3" fmla="*/ 751294 w 3895249"/>
              <a:gd name="connsiteY3" fmla="*/ 132645 h 2269067"/>
              <a:gd name="connsiteX4" fmla="*/ 1507649 w 3895249"/>
              <a:gd name="connsiteY4" fmla="*/ 79022 h 2269067"/>
              <a:gd name="connsiteX5" fmla="*/ 2582916 w 3895249"/>
              <a:gd name="connsiteY5" fmla="*/ 28222 h 2269067"/>
              <a:gd name="connsiteX6" fmla="*/ 3308227 w 3895249"/>
              <a:gd name="connsiteY6" fmla="*/ 16934 h 2269067"/>
              <a:gd name="connsiteX7" fmla="*/ 3895249 w 3895249"/>
              <a:gd name="connsiteY7" fmla="*/ 0 h 2269067"/>
              <a:gd name="connsiteX0" fmla="*/ 31627 w 3895249"/>
              <a:gd name="connsiteY0" fmla="*/ 2269067 h 2269067"/>
              <a:gd name="connsiteX1" fmla="*/ 28805 w 3895249"/>
              <a:gd name="connsiteY1" fmla="*/ 917223 h 2269067"/>
              <a:gd name="connsiteX2" fmla="*/ 288449 w 3895249"/>
              <a:gd name="connsiteY2" fmla="*/ 318911 h 2269067"/>
              <a:gd name="connsiteX3" fmla="*/ 748256 w 3895249"/>
              <a:gd name="connsiteY3" fmla="*/ 117455 h 2269067"/>
              <a:gd name="connsiteX4" fmla="*/ 1507649 w 3895249"/>
              <a:gd name="connsiteY4" fmla="*/ 79022 h 2269067"/>
              <a:gd name="connsiteX5" fmla="*/ 2582916 w 3895249"/>
              <a:gd name="connsiteY5" fmla="*/ 28222 h 2269067"/>
              <a:gd name="connsiteX6" fmla="*/ 3308227 w 3895249"/>
              <a:gd name="connsiteY6" fmla="*/ 16934 h 2269067"/>
              <a:gd name="connsiteX7" fmla="*/ 3895249 w 3895249"/>
              <a:gd name="connsiteY7" fmla="*/ 0 h 2269067"/>
              <a:gd name="connsiteX0" fmla="*/ 31627 w 3895249"/>
              <a:gd name="connsiteY0" fmla="*/ 2269067 h 2269067"/>
              <a:gd name="connsiteX1" fmla="*/ 28805 w 3895249"/>
              <a:gd name="connsiteY1" fmla="*/ 917223 h 2269067"/>
              <a:gd name="connsiteX2" fmla="*/ 288449 w 3895249"/>
              <a:gd name="connsiteY2" fmla="*/ 318911 h 2269067"/>
              <a:gd name="connsiteX3" fmla="*/ 748256 w 3895249"/>
              <a:gd name="connsiteY3" fmla="*/ 117455 h 2269067"/>
              <a:gd name="connsiteX4" fmla="*/ 1498535 w 3895249"/>
              <a:gd name="connsiteY4" fmla="*/ 51681 h 2269067"/>
              <a:gd name="connsiteX5" fmla="*/ 2582916 w 3895249"/>
              <a:gd name="connsiteY5" fmla="*/ 28222 h 2269067"/>
              <a:gd name="connsiteX6" fmla="*/ 3308227 w 3895249"/>
              <a:gd name="connsiteY6" fmla="*/ 16934 h 2269067"/>
              <a:gd name="connsiteX7" fmla="*/ 3895249 w 3895249"/>
              <a:gd name="connsiteY7" fmla="*/ 0 h 2269067"/>
              <a:gd name="connsiteX0" fmla="*/ 31627 w 3895249"/>
              <a:gd name="connsiteY0" fmla="*/ 2271224 h 2271224"/>
              <a:gd name="connsiteX1" fmla="*/ 28805 w 3895249"/>
              <a:gd name="connsiteY1" fmla="*/ 919380 h 2271224"/>
              <a:gd name="connsiteX2" fmla="*/ 288449 w 3895249"/>
              <a:gd name="connsiteY2" fmla="*/ 321068 h 2271224"/>
              <a:gd name="connsiteX3" fmla="*/ 748256 w 3895249"/>
              <a:gd name="connsiteY3" fmla="*/ 119612 h 2271224"/>
              <a:gd name="connsiteX4" fmla="*/ 1498535 w 3895249"/>
              <a:gd name="connsiteY4" fmla="*/ 53838 h 2271224"/>
              <a:gd name="connsiteX5" fmla="*/ 2601144 w 3895249"/>
              <a:gd name="connsiteY5" fmla="*/ 0 h 2271224"/>
              <a:gd name="connsiteX6" fmla="*/ 3308227 w 3895249"/>
              <a:gd name="connsiteY6" fmla="*/ 19091 h 2271224"/>
              <a:gd name="connsiteX7" fmla="*/ 3895249 w 3895249"/>
              <a:gd name="connsiteY7" fmla="*/ 2157 h 2271224"/>
              <a:gd name="connsiteX0" fmla="*/ 31627 w 3895249"/>
              <a:gd name="connsiteY0" fmla="*/ 2271224 h 2271224"/>
              <a:gd name="connsiteX1" fmla="*/ 28805 w 3895249"/>
              <a:gd name="connsiteY1" fmla="*/ 919380 h 2271224"/>
              <a:gd name="connsiteX2" fmla="*/ 288449 w 3895249"/>
              <a:gd name="connsiteY2" fmla="*/ 321068 h 2271224"/>
              <a:gd name="connsiteX3" fmla="*/ 748256 w 3895249"/>
              <a:gd name="connsiteY3" fmla="*/ 119612 h 2271224"/>
              <a:gd name="connsiteX4" fmla="*/ 1498535 w 3895249"/>
              <a:gd name="connsiteY4" fmla="*/ 53838 h 2271224"/>
              <a:gd name="connsiteX5" fmla="*/ 2601144 w 3895249"/>
              <a:gd name="connsiteY5" fmla="*/ 0 h 2271224"/>
              <a:gd name="connsiteX6" fmla="*/ 3308227 w 3895249"/>
              <a:gd name="connsiteY6" fmla="*/ 19091 h 2271224"/>
              <a:gd name="connsiteX7" fmla="*/ 3895249 w 3895249"/>
              <a:gd name="connsiteY7" fmla="*/ 2157 h 2271224"/>
              <a:gd name="connsiteX0" fmla="*/ 31627 w 3895249"/>
              <a:gd name="connsiteY0" fmla="*/ 2286751 h 2286751"/>
              <a:gd name="connsiteX1" fmla="*/ 28805 w 3895249"/>
              <a:gd name="connsiteY1" fmla="*/ 934907 h 2286751"/>
              <a:gd name="connsiteX2" fmla="*/ 288449 w 3895249"/>
              <a:gd name="connsiteY2" fmla="*/ 336595 h 2286751"/>
              <a:gd name="connsiteX3" fmla="*/ 748256 w 3895249"/>
              <a:gd name="connsiteY3" fmla="*/ 135139 h 2286751"/>
              <a:gd name="connsiteX4" fmla="*/ 1498535 w 3895249"/>
              <a:gd name="connsiteY4" fmla="*/ 69365 h 2286751"/>
              <a:gd name="connsiteX5" fmla="*/ 2601144 w 3895249"/>
              <a:gd name="connsiteY5" fmla="*/ 15527 h 2286751"/>
              <a:gd name="connsiteX6" fmla="*/ 3302151 w 3895249"/>
              <a:gd name="connsiteY6" fmla="*/ 1202 h 2286751"/>
              <a:gd name="connsiteX7" fmla="*/ 3895249 w 3895249"/>
              <a:gd name="connsiteY7" fmla="*/ 17684 h 2286751"/>
              <a:gd name="connsiteX0" fmla="*/ 31627 w 3895249"/>
              <a:gd name="connsiteY0" fmla="*/ 2293370 h 2293370"/>
              <a:gd name="connsiteX1" fmla="*/ 28805 w 3895249"/>
              <a:gd name="connsiteY1" fmla="*/ 941526 h 2293370"/>
              <a:gd name="connsiteX2" fmla="*/ 288449 w 3895249"/>
              <a:gd name="connsiteY2" fmla="*/ 343214 h 2293370"/>
              <a:gd name="connsiteX3" fmla="*/ 748256 w 3895249"/>
              <a:gd name="connsiteY3" fmla="*/ 141758 h 2293370"/>
              <a:gd name="connsiteX4" fmla="*/ 1498535 w 3895249"/>
              <a:gd name="connsiteY4" fmla="*/ 75984 h 2293370"/>
              <a:gd name="connsiteX5" fmla="*/ 2601144 w 3895249"/>
              <a:gd name="connsiteY5" fmla="*/ 22146 h 2293370"/>
              <a:gd name="connsiteX6" fmla="*/ 3302151 w 3895249"/>
              <a:gd name="connsiteY6" fmla="*/ 7821 h 2293370"/>
              <a:gd name="connsiteX7" fmla="*/ 3895249 w 3895249"/>
              <a:gd name="connsiteY7" fmla="*/ 0 h 2293370"/>
              <a:gd name="connsiteX0" fmla="*/ 31627 w 3895249"/>
              <a:gd name="connsiteY0" fmla="*/ 2302055 h 2302055"/>
              <a:gd name="connsiteX1" fmla="*/ 28805 w 3895249"/>
              <a:gd name="connsiteY1" fmla="*/ 950211 h 2302055"/>
              <a:gd name="connsiteX2" fmla="*/ 288449 w 3895249"/>
              <a:gd name="connsiteY2" fmla="*/ 351899 h 2302055"/>
              <a:gd name="connsiteX3" fmla="*/ 748256 w 3895249"/>
              <a:gd name="connsiteY3" fmla="*/ 150443 h 2302055"/>
              <a:gd name="connsiteX4" fmla="*/ 1498535 w 3895249"/>
              <a:gd name="connsiteY4" fmla="*/ 84669 h 2302055"/>
              <a:gd name="connsiteX5" fmla="*/ 2601144 w 3895249"/>
              <a:gd name="connsiteY5" fmla="*/ 30831 h 2302055"/>
              <a:gd name="connsiteX6" fmla="*/ 3302151 w 3895249"/>
              <a:gd name="connsiteY6" fmla="*/ 740 h 2302055"/>
              <a:gd name="connsiteX7" fmla="*/ 3895249 w 3895249"/>
              <a:gd name="connsiteY7" fmla="*/ 8685 h 2302055"/>
              <a:gd name="connsiteX0" fmla="*/ 31627 w 3895249"/>
              <a:gd name="connsiteY0" fmla="*/ 2302517 h 2302517"/>
              <a:gd name="connsiteX1" fmla="*/ 28805 w 3895249"/>
              <a:gd name="connsiteY1" fmla="*/ 950673 h 2302517"/>
              <a:gd name="connsiteX2" fmla="*/ 288449 w 3895249"/>
              <a:gd name="connsiteY2" fmla="*/ 352361 h 2302517"/>
              <a:gd name="connsiteX3" fmla="*/ 748256 w 3895249"/>
              <a:gd name="connsiteY3" fmla="*/ 150905 h 2302517"/>
              <a:gd name="connsiteX4" fmla="*/ 1498535 w 3895249"/>
              <a:gd name="connsiteY4" fmla="*/ 85131 h 2302517"/>
              <a:gd name="connsiteX5" fmla="*/ 2534141 w 3895249"/>
              <a:gd name="connsiteY5" fmla="*/ 15528 h 2302517"/>
              <a:gd name="connsiteX6" fmla="*/ 3302151 w 3895249"/>
              <a:gd name="connsiteY6" fmla="*/ 1202 h 2302517"/>
              <a:gd name="connsiteX7" fmla="*/ 3895249 w 3895249"/>
              <a:gd name="connsiteY7" fmla="*/ 9147 h 2302517"/>
              <a:gd name="connsiteX0" fmla="*/ 31627 w 3895249"/>
              <a:gd name="connsiteY0" fmla="*/ 2305194 h 2305194"/>
              <a:gd name="connsiteX1" fmla="*/ 28805 w 3895249"/>
              <a:gd name="connsiteY1" fmla="*/ 953350 h 2305194"/>
              <a:gd name="connsiteX2" fmla="*/ 288449 w 3895249"/>
              <a:gd name="connsiteY2" fmla="*/ 355038 h 2305194"/>
              <a:gd name="connsiteX3" fmla="*/ 748256 w 3895249"/>
              <a:gd name="connsiteY3" fmla="*/ 153582 h 2305194"/>
              <a:gd name="connsiteX4" fmla="*/ 1498535 w 3895249"/>
              <a:gd name="connsiteY4" fmla="*/ 87808 h 2305194"/>
              <a:gd name="connsiteX5" fmla="*/ 2534141 w 3895249"/>
              <a:gd name="connsiteY5" fmla="*/ 18205 h 2305194"/>
              <a:gd name="connsiteX6" fmla="*/ 3302151 w 3895249"/>
              <a:gd name="connsiteY6" fmla="*/ 3879 h 2305194"/>
              <a:gd name="connsiteX7" fmla="*/ 3895249 w 3895249"/>
              <a:gd name="connsiteY7" fmla="*/ 0 h 2305194"/>
              <a:gd name="connsiteX0" fmla="*/ 31627 w 3895249"/>
              <a:gd name="connsiteY0" fmla="*/ 2310113 h 2310113"/>
              <a:gd name="connsiteX1" fmla="*/ 28805 w 3895249"/>
              <a:gd name="connsiteY1" fmla="*/ 958269 h 2310113"/>
              <a:gd name="connsiteX2" fmla="*/ 288449 w 3895249"/>
              <a:gd name="connsiteY2" fmla="*/ 359957 h 2310113"/>
              <a:gd name="connsiteX3" fmla="*/ 748256 w 3895249"/>
              <a:gd name="connsiteY3" fmla="*/ 158501 h 2310113"/>
              <a:gd name="connsiteX4" fmla="*/ 1498535 w 3895249"/>
              <a:gd name="connsiteY4" fmla="*/ 92727 h 2310113"/>
              <a:gd name="connsiteX5" fmla="*/ 2534141 w 3895249"/>
              <a:gd name="connsiteY5" fmla="*/ 23124 h 2310113"/>
              <a:gd name="connsiteX6" fmla="*/ 3310033 w 3895249"/>
              <a:gd name="connsiteY6" fmla="*/ 916 h 2310113"/>
              <a:gd name="connsiteX7" fmla="*/ 3895249 w 3895249"/>
              <a:gd name="connsiteY7" fmla="*/ 4919 h 2310113"/>
              <a:gd name="connsiteX0" fmla="*/ 31627 w 3911015"/>
              <a:gd name="connsiteY0" fmla="*/ 2313077 h 2313077"/>
              <a:gd name="connsiteX1" fmla="*/ 28805 w 3911015"/>
              <a:gd name="connsiteY1" fmla="*/ 961233 h 2313077"/>
              <a:gd name="connsiteX2" fmla="*/ 288449 w 3911015"/>
              <a:gd name="connsiteY2" fmla="*/ 362921 h 2313077"/>
              <a:gd name="connsiteX3" fmla="*/ 748256 w 3911015"/>
              <a:gd name="connsiteY3" fmla="*/ 161465 h 2313077"/>
              <a:gd name="connsiteX4" fmla="*/ 1498535 w 3911015"/>
              <a:gd name="connsiteY4" fmla="*/ 95691 h 2313077"/>
              <a:gd name="connsiteX5" fmla="*/ 2534141 w 3911015"/>
              <a:gd name="connsiteY5" fmla="*/ 26088 h 2313077"/>
              <a:gd name="connsiteX6" fmla="*/ 3310033 w 3911015"/>
              <a:gd name="connsiteY6" fmla="*/ 3880 h 2313077"/>
              <a:gd name="connsiteX7" fmla="*/ 3911015 w 3911015"/>
              <a:gd name="connsiteY7" fmla="*/ 0 h 2313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11015" h="2313077">
                <a:moveTo>
                  <a:pt x="31627" y="2313077"/>
                </a:moveTo>
                <a:cubicBezTo>
                  <a:pt x="-5768" y="1750984"/>
                  <a:pt x="-13999" y="1286259"/>
                  <a:pt x="28805" y="961233"/>
                </a:cubicBezTo>
                <a:cubicBezTo>
                  <a:pt x="71609" y="636207"/>
                  <a:pt x="168541" y="496216"/>
                  <a:pt x="288449" y="362921"/>
                </a:cubicBezTo>
                <a:cubicBezTo>
                  <a:pt x="408357" y="229626"/>
                  <a:pt x="546575" y="206003"/>
                  <a:pt x="748256" y="161465"/>
                </a:cubicBezTo>
                <a:cubicBezTo>
                  <a:pt x="949937" y="116927"/>
                  <a:pt x="1193265" y="113095"/>
                  <a:pt x="1498535" y="95691"/>
                </a:cubicBezTo>
                <a:lnTo>
                  <a:pt x="2534141" y="26088"/>
                </a:lnTo>
                <a:cubicBezTo>
                  <a:pt x="2778948" y="26376"/>
                  <a:pt x="3074339" y="-2484"/>
                  <a:pt x="3310033" y="3880"/>
                </a:cubicBezTo>
                <a:lnTo>
                  <a:pt x="3911015" y="0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301" name="Freeform: Shape 300">
            <a:extLst>
              <a:ext uri="{FF2B5EF4-FFF2-40B4-BE49-F238E27FC236}">
                <a16:creationId xmlns:a16="http://schemas.microsoft.com/office/drawing/2014/main" id="{CC821699-81B5-CBEE-B197-8A479AF67C0B}"/>
              </a:ext>
            </a:extLst>
          </p:cNvPr>
          <p:cNvSpPr/>
          <p:nvPr/>
        </p:nvSpPr>
        <p:spPr>
          <a:xfrm>
            <a:off x="427637" y="6994728"/>
            <a:ext cx="4532687" cy="2294228"/>
          </a:xfrm>
          <a:custGeom>
            <a:avLst/>
            <a:gdLst>
              <a:gd name="connsiteX0" fmla="*/ 25546 w 4013346"/>
              <a:gd name="connsiteY0" fmla="*/ 2280355 h 2280355"/>
              <a:gd name="connsiteX1" fmla="*/ 22723 w 4013346"/>
              <a:gd name="connsiteY1" fmla="*/ 1044222 h 2280355"/>
              <a:gd name="connsiteX2" fmla="*/ 268257 w 4013346"/>
              <a:gd name="connsiteY2" fmla="*/ 482600 h 2280355"/>
              <a:gd name="connsiteX3" fmla="*/ 479923 w 4013346"/>
              <a:gd name="connsiteY3" fmla="*/ 228600 h 2280355"/>
              <a:gd name="connsiteX4" fmla="*/ 1346346 w 4013346"/>
              <a:gd name="connsiteY4" fmla="*/ 81844 h 2280355"/>
              <a:gd name="connsiteX5" fmla="*/ 2410323 w 4013346"/>
              <a:gd name="connsiteY5" fmla="*/ 25400 h 2280355"/>
              <a:gd name="connsiteX6" fmla="*/ 4013346 w 4013346"/>
              <a:gd name="connsiteY6" fmla="*/ 0 h 2280355"/>
              <a:gd name="connsiteX0" fmla="*/ 19803 w 4007603"/>
              <a:gd name="connsiteY0" fmla="*/ 2280355 h 2280355"/>
              <a:gd name="connsiteX1" fmla="*/ 16980 w 4007603"/>
              <a:gd name="connsiteY1" fmla="*/ 1044222 h 2280355"/>
              <a:gd name="connsiteX2" fmla="*/ 180670 w 4007603"/>
              <a:gd name="connsiteY2" fmla="*/ 578556 h 2280355"/>
              <a:gd name="connsiteX3" fmla="*/ 474180 w 4007603"/>
              <a:gd name="connsiteY3" fmla="*/ 228600 h 2280355"/>
              <a:gd name="connsiteX4" fmla="*/ 1340603 w 4007603"/>
              <a:gd name="connsiteY4" fmla="*/ 81844 h 2280355"/>
              <a:gd name="connsiteX5" fmla="*/ 2404580 w 4007603"/>
              <a:gd name="connsiteY5" fmla="*/ 25400 h 2280355"/>
              <a:gd name="connsiteX6" fmla="*/ 4007603 w 4007603"/>
              <a:gd name="connsiteY6" fmla="*/ 0 h 2280355"/>
              <a:gd name="connsiteX0" fmla="*/ 19803 w 4007603"/>
              <a:gd name="connsiteY0" fmla="*/ 2280355 h 2280355"/>
              <a:gd name="connsiteX1" fmla="*/ 16980 w 4007603"/>
              <a:gd name="connsiteY1" fmla="*/ 1044222 h 2280355"/>
              <a:gd name="connsiteX2" fmla="*/ 180670 w 4007603"/>
              <a:gd name="connsiteY2" fmla="*/ 578556 h 2280355"/>
              <a:gd name="connsiteX3" fmla="*/ 474180 w 4007603"/>
              <a:gd name="connsiteY3" fmla="*/ 228600 h 2280355"/>
              <a:gd name="connsiteX4" fmla="*/ 1340603 w 4007603"/>
              <a:gd name="connsiteY4" fmla="*/ 81844 h 2280355"/>
              <a:gd name="connsiteX5" fmla="*/ 2404580 w 4007603"/>
              <a:gd name="connsiteY5" fmla="*/ 25400 h 2280355"/>
              <a:gd name="connsiteX6" fmla="*/ 4007603 w 4007603"/>
              <a:gd name="connsiteY6" fmla="*/ 0 h 2280355"/>
              <a:gd name="connsiteX0" fmla="*/ 19803 w 4007603"/>
              <a:gd name="connsiteY0" fmla="*/ 2280355 h 2280355"/>
              <a:gd name="connsiteX1" fmla="*/ 16980 w 4007603"/>
              <a:gd name="connsiteY1" fmla="*/ 1044222 h 2280355"/>
              <a:gd name="connsiteX2" fmla="*/ 180670 w 4007603"/>
              <a:gd name="connsiteY2" fmla="*/ 578556 h 2280355"/>
              <a:gd name="connsiteX3" fmla="*/ 474180 w 4007603"/>
              <a:gd name="connsiteY3" fmla="*/ 228600 h 2280355"/>
              <a:gd name="connsiteX4" fmla="*/ 1340603 w 4007603"/>
              <a:gd name="connsiteY4" fmla="*/ 81844 h 2280355"/>
              <a:gd name="connsiteX5" fmla="*/ 2404580 w 4007603"/>
              <a:gd name="connsiteY5" fmla="*/ 25400 h 2280355"/>
              <a:gd name="connsiteX6" fmla="*/ 4007603 w 4007603"/>
              <a:gd name="connsiteY6" fmla="*/ 0 h 2280355"/>
              <a:gd name="connsiteX0" fmla="*/ 19226 w 4007026"/>
              <a:gd name="connsiteY0" fmla="*/ 2280355 h 2280355"/>
              <a:gd name="connsiteX1" fmla="*/ 16403 w 4007026"/>
              <a:gd name="connsiteY1" fmla="*/ 1044222 h 2280355"/>
              <a:gd name="connsiteX2" fmla="*/ 171626 w 4007026"/>
              <a:gd name="connsiteY2" fmla="*/ 561623 h 2280355"/>
              <a:gd name="connsiteX3" fmla="*/ 473603 w 4007026"/>
              <a:gd name="connsiteY3" fmla="*/ 228600 h 2280355"/>
              <a:gd name="connsiteX4" fmla="*/ 1340026 w 4007026"/>
              <a:gd name="connsiteY4" fmla="*/ 81844 h 2280355"/>
              <a:gd name="connsiteX5" fmla="*/ 2404003 w 4007026"/>
              <a:gd name="connsiteY5" fmla="*/ 25400 h 2280355"/>
              <a:gd name="connsiteX6" fmla="*/ 4007026 w 4007026"/>
              <a:gd name="connsiteY6" fmla="*/ 0 h 2280355"/>
              <a:gd name="connsiteX0" fmla="*/ 19226 w 4007026"/>
              <a:gd name="connsiteY0" fmla="*/ 2280355 h 2280355"/>
              <a:gd name="connsiteX1" fmla="*/ 16403 w 4007026"/>
              <a:gd name="connsiteY1" fmla="*/ 1044222 h 2280355"/>
              <a:gd name="connsiteX2" fmla="*/ 171626 w 4007026"/>
              <a:gd name="connsiteY2" fmla="*/ 561623 h 2280355"/>
              <a:gd name="connsiteX3" fmla="*/ 434092 w 4007026"/>
              <a:gd name="connsiteY3" fmla="*/ 268112 h 2280355"/>
              <a:gd name="connsiteX4" fmla="*/ 1340026 w 4007026"/>
              <a:gd name="connsiteY4" fmla="*/ 81844 h 2280355"/>
              <a:gd name="connsiteX5" fmla="*/ 2404003 w 4007026"/>
              <a:gd name="connsiteY5" fmla="*/ 25400 h 2280355"/>
              <a:gd name="connsiteX6" fmla="*/ 4007026 w 4007026"/>
              <a:gd name="connsiteY6" fmla="*/ 0 h 2280355"/>
              <a:gd name="connsiteX0" fmla="*/ 19226 w 4007026"/>
              <a:gd name="connsiteY0" fmla="*/ 2280355 h 2280355"/>
              <a:gd name="connsiteX1" fmla="*/ 16403 w 4007026"/>
              <a:gd name="connsiteY1" fmla="*/ 1044222 h 2280355"/>
              <a:gd name="connsiteX2" fmla="*/ 171626 w 4007026"/>
              <a:gd name="connsiteY2" fmla="*/ 561623 h 2280355"/>
              <a:gd name="connsiteX3" fmla="*/ 434092 w 4007026"/>
              <a:gd name="connsiteY3" fmla="*/ 268112 h 2280355"/>
              <a:gd name="connsiteX4" fmla="*/ 1340026 w 4007026"/>
              <a:gd name="connsiteY4" fmla="*/ 81844 h 2280355"/>
              <a:gd name="connsiteX5" fmla="*/ 2404003 w 4007026"/>
              <a:gd name="connsiteY5" fmla="*/ 25400 h 2280355"/>
              <a:gd name="connsiteX6" fmla="*/ 4007026 w 4007026"/>
              <a:gd name="connsiteY6" fmla="*/ 0 h 2280355"/>
              <a:gd name="connsiteX0" fmla="*/ 22164 w 4009964"/>
              <a:gd name="connsiteY0" fmla="*/ 2280355 h 2280355"/>
              <a:gd name="connsiteX1" fmla="*/ 19341 w 4009964"/>
              <a:gd name="connsiteY1" fmla="*/ 1044222 h 2280355"/>
              <a:gd name="connsiteX2" fmla="*/ 217094 w 4009964"/>
              <a:gd name="connsiteY2" fmla="*/ 598078 h 2280355"/>
              <a:gd name="connsiteX3" fmla="*/ 437030 w 4009964"/>
              <a:gd name="connsiteY3" fmla="*/ 268112 h 2280355"/>
              <a:gd name="connsiteX4" fmla="*/ 1342964 w 4009964"/>
              <a:gd name="connsiteY4" fmla="*/ 81844 h 2280355"/>
              <a:gd name="connsiteX5" fmla="*/ 2406941 w 4009964"/>
              <a:gd name="connsiteY5" fmla="*/ 25400 h 2280355"/>
              <a:gd name="connsiteX6" fmla="*/ 4009964 w 4009964"/>
              <a:gd name="connsiteY6" fmla="*/ 0 h 2280355"/>
              <a:gd name="connsiteX0" fmla="*/ 22164 w 4009964"/>
              <a:gd name="connsiteY0" fmla="*/ 2280355 h 2280355"/>
              <a:gd name="connsiteX1" fmla="*/ 19341 w 4009964"/>
              <a:gd name="connsiteY1" fmla="*/ 1044222 h 2280355"/>
              <a:gd name="connsiteX2" fmla="*/ 217094 w 4009964"/>
              <a:gd name="connsiteY2" fmla="*/ 598078 h 2280355"/>
              <a:gd name="connsiteX3" fmla="*/ 437030 w 4009964"/>
              <a:gd name="connsiteY3" fmla="*/ 268112 h 2280355"/>
              <a:gd name="connsiteX4" fmla="*/ 1342964 w 4009964"/>
              <a:gd name="connsiteY4" fmla="*/ 81844 h 2280355"/>
              <a:gd name="connsiteX5" fmla="*/ 2406941 w 4009964"/>
              <a:gd name="connsiteY5" fmla="*/ 25400 h 2280355"/>
              <a:gd name="connsiteX6" fmla="*/ 4009964 w 4009964"/>
              <a:gd name="connsiteY6" fmla="*/ 0 h 2280355"/>
              <a:gd name="connsiteX0" fmla="*/ 9083 w 3996883"/>
              <a:gd name="connsiteY0" fmla="*/ 2280355 h 2280355"/>
              <a:gd name="connsiteX1" fmla="*/ 39677 w 3996883"/>
              <a:gd name="connsiteY1" fmla="*/ 1044222 h 2280355"/>
              <a:gd name="connsiteX2" fmla="*/ 204013 w 3996883"/>
              <a:gd name="connsiteY2" fmla="*/ 598078 h 2280355"/>
              <a:gd name="connsiteX3" fmla="*/ 423949 w 3996883"/>
              <a:gd name="connsiteY3" fmla="*/ 268112 h 2280355"/>
              <a:gd name="connsiteX4" fmla="*/ 1329883 w 3996883"/>
              <a:gd name="connsiteY4" fmla="*/ 81844 h 2280355"/>
              <a:gd name="connsiteX5" fmla="*/ 2393860 w 3996883"/>
              <a:gd name="connsiteY5" fmla="*/ 25400 h 2280355"/>
              <a:gd name="connsiteX6" fmla="*/ 3996883 w 3996883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25133 w 3998067"/>
              <a:gd name="connsiteY3" fmla="*/ 268112 h 2280355"/>
              <a:gd name="connsiteX4" fmla="*/ 1331067 w 3998067"/>
              <a:gd name="connsiteY4" fmla="*/ 81844 h 2280355"/>
              <a:gd name="connsiteX5" fmla="*/ 2395044 w 3998067"/>
              <a:gd name="connsiteY5" fmla="*/ 25400 h 2280355"/>
              <a:gd name="connsiteX6" fmla="*/ 3998067 w 3998067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82852 w 3998067"/>
              <a:gd name="connsiteY3" fmla="*/ 262036 h 2280355"/>
              <a:gd name="connsiteX4" fmla="*/ 1331067 w 3998067"/>
              <a:gd name="connsiteY4" fmla="*/ 81844 h 2280355"/>
              <a:gd name="connsiteX5" fmla="*/ 2395044 w 3998067"/>
              <a:gd name="connsiteY5" fmla="*/ 25400 h 2280355"/>
              <a:gd name="connsiteX6" fmla="*/ 3998067 w 3998067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82852 w 3998067"/>
              <a:gd name="connsiteY3" fmla="*/ 262036 h 2280355"/>
              <a:gd name="connsiteX4" fmla="*/ 1331067 w 3998067"/>
              <a:gd name="connsiteY4" fmla="*/ 81844 h 2280355"/>
              <a:gd name="connsiteX5" fmla="*/ 2395044 w 3998067"/>
              <a:gd name="connsiteY5" fmla="*/ 25400 h 2280355"/>
              <a:gd name="connsiteX6" fmla="*/ 3998067 w 3998067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82852 w 3998067"/>
              <a:gd name="connsiteY3" fmla="*/ 262036 h 2280355"/>
              <a:gd name="connsiteX4" fmla="*/ 1373597 w 3998067"/>
              <a:gd name="connsiteY4" fmla="*/ 136526 h 2280355"/>
              <a:gd name="connsiteX5" fmla="*/ 2395044 w 3998067"/>
              <a:gd name="connsiteY5" fmla="*/ 25400 h 2280355"/>
              <a:gd name="connsiteX6" fmla="*/ 3998067 w 3998067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82852 w 3998067"/>
              <a:gd name="connsiteY3" fmla="*/ 262036 h 2280355"/>
              <a:gd name="connsiteX4" fmla="*/ 1373597 w 3998067"/>
              <a:gd name="connsiteY4" fmla="*/ 136526 h 2280355"/>
              <a:gd name="connsiteX5" fmla="*/ 2395044 w 3998067"/>
              <a:gd name="connsiteY5" fmla="*/ 67930 h 2280355"/>
              <a:gd name="connsiteX6" fmla="*/ 3998067 w 3998067"/>
              <a:gd name="connsiteY6" fmla="*/ 0 h 2280355"/>
              <a:gd name="connsiteX0" fmla="*/ 10267 w 4165150"/>
              <a:gd name="connsiteY0" fmla="*/ 2268204 h 2268204"/>
              <a:gd name="connsiteX1" fmla="*/ 40861 w 4165150"/>
              <a:gd name="connsiteY1" fmla="*/ 1032071 h 2268204"/>
              <a:gd name="connsiteX2" fmla="*/ 205197 w 4165150"/>
              <a:gd name="connsiteY2" fmla="*/ 585927 h 2268204"/>
              <a:gd name="connsiteX3" fmla="*/ 482852 w 4165150"/>
              <a:gd name="connsiteY3" fmla="*/ 249885 h 2268204"/>
              <a:gd name="connsiteX4" fmla="*/ 1373597 w 4165150"/>
              <a:gd name="connsiteY4" fmla="*/ 124375 h 2268204"/>
              <a:gd name="connsiteX5" fmla="*/ 2395044 w 4165150"/>
              <a:gd name="connsiteY5" fmla="*/ 55779 h 2268204"/>
              <a:gd name="connsiteX6" fmla="*/ 4165150 w 4165150"/>
              <a:gd name="connsiteY6" fmla="*/ 0 h 2268204"/>
              <a:gd name="connsiteX0" fmla="*/ 10267 w 4165150"/>
              <a:gd name="connsiteY0" fmla="*/ 2268204 h 2268204"/>
              <a:gd name="connsiteX1" fmla="*/ 40861 w 4165150"/>
              <a:gd name="connsiteY1" fmla="*/ 1032071 h 2268204"/>
              <a:gd name="connsiteX2" fmla="*/ 205197 w 4165150"/>
              <a:gd name="connsiteY2" fmla="*/ 585927 h 2268204"/>
              <a:gd name="connsiteX3" fmla="*/ 482852 w 4165150"/>
              <a:gd name="connsiteY3" fmla="*/ 249885 h 2268204"/>
              <a:gd name="connsiteX4" fmla="*/ 1373597 w 4165150"/>
              <a:gd name="connsiteY4" fmla="*/ 124375 h 2268204"/>
              <a:gd name="connsiteX5" fmla="*/ 2395044 w 4165150"/>
              <a:gd name="connsiteY5" fmla="*/ 55779 h 2268204"/>
              <a:gd name="connsiteX6" fmla="*/ 4165150 w 4165150"/>
              <a:gd name="connsiteY6" fmla="*/ 0 h 2268204"/>
              <a:gd name="connsiteX0" fmla="*/ 10267 w 4165150"/>
              <a:gd name="connsiteY0" fmla="*/ 2268204 h 2268204"/>
              <a:gd name="connsiteX1" fmla="*/ 40861 w 4165150"/>
              <a:gd name="connsiteY1" fmla="*/ 1032071 h 2268204"/>
              <a:gd name="connsiteX2" fmla="*/ 205197 w 4165150"/>
              <a:gd name="connsiteY2" fmla="*/ 585927 h 2268204"/>
              <a:gd name="connsiteX3" fmla="*/ 482852 w 4165150"/>
              <a:gd name="connsiteY3" fmla="*/ 249885 h 2268204"/>
              <a:gd name="connsiteX4" fmla="*/ 1373597 w 4165150"/>
              <a:gd name="connsiteY4" fmla="*/ 124375 h 2268204"/>
              <a:gd name="connsiteX5" fmla="*/ 2395044 w 4165150"/>
              <a:gd name="connsiteY5" fmla="*/ 55779 h 2268204"/>
              <a:gd name="connsiteX6" fmla="*/ 4165150 w 4165150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81314 w 4163612"/>
              <a:gd name="connsiteY3" fmla="*/ 249885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81314 w 4163612"/>
              <a:gd name="connsiteY3" fmla="*/ 249885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81314 w 4163612"/>
              <a:gd name="connsiteY3" fmla="*/ 249885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75239 w 4163612"/>
              <a:gd name="connsiteY3" fmla="*/ 258999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57011 w 4163612"/>
              <a:gd name="connsiteY3" fmla="*/ 255961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57011 w 4163612"/>
              <a:gd name="connsiteY3" fmla="*/ 255961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54142 w 4160743"/>
              <a:gd name="connsiteY3" fmla="*/ 255961 h 2268204"/>
              <a:gd name="connsiteX4" fmla="*/ 1369190 w 4160743"/>
              <a:gd name="connsiteY4" fmla="*/ 124375 h 2268204"/>
              <a:gd name="connsiteX5" fmla="*/ 2390637 w 4160743"/>
              <a:gd name="connsiteY5" fmla="*/ 55779 h 2268204"/>
              <a:gd name="connsiteX6" fmla="*/ 4160743 w 4160743"/>
              <a:gd name="connsiteY6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54142 w 4160743"/>
              <a:gd name="connsiteY3" fmla="*/ 255961 h 2268204"/>
              <a:gd name="connsiteX4" fmla="*/ 524222 w 4160743"/>
              <a:gd name="connsiteY4" fmla="*/ 230121 h 2268204"/>
              <a:gd name="connsiteX5" fmla="*/ 1369190 w 4160743"/>
              <a:gd name="connsiteY5" fmla="*/ 124375 h 2268204"/>
              <a:gd name="connsiteX6" fmla="*/ 2390637 w 4160743"/>
              <a:gd name="connsiteY6" fmla="*/ 55779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524222 w 4160743"/>
              <a:gd name="connsiteY4" fmla="*/ 230121 h 2268204"/>
              <a:gd name="connsiteX5" fmla="*/ 1369190 w 4160743"/>
              <a:gd name="connsiteY5" fmla="*/ 124375 h 2268204"/>
              <a:gd name="connsiteX6" fmla="*/ 2390637 w 4160743"/>
              <a:gd name="connsiteY6" fmla="*/ 55779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658229 w 4160743"/>
              <a:gd name="connsiteY4" fmla="*/ 214356 h 2268204"/>
              <a:gd name="connsiteX5" fmla="*/ 1369190 w 4160743"/>
              <a:gd name="connsiteY5" fmla="*/ 124375 h 2268204"/>
              <a:gd name="connsiteX6" fmla="*/ 2390637 w 4160743"/>
              <a:gd name="connsiteY6" fmla="*/ 55779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658229 w 4160743"/>
              <a:gd name="connsiteY4" fmla="*/ 214356 h 2268204"/>
              <a:gd name="connsiteX5" fmla="*/ 1369190 w 4160743"/>
              <a:gd name="connsiteY5" fmla="*/ 124375 h 2268204"/>
              <a:gd name="connsiteX6" fmla="*/ 2406402 w 4160743"/>
              <a:gd name="connsiteY6" fmla="*/ 87310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658229 w 4160743"/>
              <a:gd name="connsiteY4" fmla="*/ 214356 h 2268204"/>
              <a:gd name="connsiteX5" fmla="*/ 1381015 w 4160743"/>
              <a:gd name="connsiteY5" fmla="*/ 151964 h 2268204"/>
              <a:gd name="connsiteX6" fmla="*/ 2406402 w 4160743"/>
              <a:gd name="connsiteY6" fmla="*/ 87310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666112 w 4160743"/>
              <a:gd name="connsiteY4" fmla="*/ 226180 h 2268204"/>
              <a:gd name="connsiteX5" fmla="*/ 1381015 w 4160743"/>
              <a:gd name="connsiteY5" fmla="*/ 151964 h 2268204"/>
              <a:gd name="connsiteX6" fmla="*/ 2406402 w 4160743"/>
              <a:gd name="connsiteY6" fmla="*/ 87310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26552 w 4160743"/>
              <a:gd name="connsiteY3" fmla="*/ 326906 h 2268204"/>
              <a:gd name="connsiteX4" fmla="*/ 666112 w 4160743"/>
              <a:gd name="connsiteY4" fmla="*/ 226180 h 2268204"/>
              <a:gd name="connsiteX5" fmla="*/ 1381015 w 4160743"/>
              <a:gd name="connsiteY5" fmla="*/ 151964 h 2268204"/>
              <a:gd name="connsiteX6" fmla="*/ 2406402 w 4160743"/>
              <a:gd name="connsiteY6" fmla="*/ 87310 h 2268204"/>
              <a:gd name="connsiteX7" fmla="*/ 4160743 w 4160743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426377 w 4160568"/>
              <a:gd name="connsiteY3" fmla="*/ 326906 h 2268204"/>
              <a:gd name="connsiteX4" fmla="*/ 665937 w 4160568"/>
              <a:gd name="connsiteY4" fmla="*/ 226180 h 2268204"/>
              <a:gd name="connsiteX5" fmla="*/ 1380840 w 4160568"/>
              <a:gd name="connsiteY5" fmla="*/ 151964 h 2268204"/>
              <a:gd name="connsiteX6" fmla="*/ 2406227 w 4160568"/>
              <a:gd name="connsiteY6" fmla="*/ 87310 h 2268204"/>
              <a:gd name="connsiteX7" fmla="*/ 4160568 w 4160568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332900 w 4160568"/>
              <a:gd name="connsiteY3" fmla="*/ 319151 h 2268204"/>
              <a:gd name="connsiteX4" fmla="*/ 665937 w 4160568"/>
              <a:gd name="connsiteY4" fmla="*/ 226180 h 2268204"/>
              <a:gd name="connsiteX5" fmla="*/ 1380840 w 4160568"/>
              <a:gd name="connsiteY5" fmla="*/ 151964 h 2268204"/>
              <a:gd name="connsiteX6" fmla="*/ 2406227 w 4160568"/>
              <a:gd name="connsiteY6" fmla="*/ 87310 h 2268204"/>
              <a:gd name="connsiteX7" fmla="*/ 4160568 w 4160568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332900 w 4160568"/>
              <a:gd name="connsiteY3" fmla="*/ 319151 h 2268204"/>
              <a:gd name="connsiteX4" fmla="*/ 616083 w 4160568"/>
              <a:gd name="connsiteY4" fmla="*/ 210671 h 2268204"/>
              <a:gd name="connsiteX5" fmla="*/ 1380840 w 4160568"/>
              <a:gd name="connsiteY5" fmla="*/ 151964 h 2268204"/>
              <a:gd name="connsiteX6" fmla="*/ 2406227 w 4160568"/>
              <a:gd name="connsiteY6" fmla="*/ 87310 h 2268204"/>
              <a:gd name="connsiteX7" fmla="*/ 4160568 w 4160568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332900 w 4160568"/>
              <a:gd name="connsiteY3" fmla="*/ 319151 h 2268204"/>
              <a:gd name="connsiteX4" fmla="*/ 616083 w 4160568"/>
              <a:gd name="connsiteY4" fmla="*/ 210671 h 2268204"/>
              <a:gd name="connsiteX5" fmla="*/ 1306058 w 4160568"/>
              <a:gd name="connsiteY5" fmla="*/ 128700 h 2268204"/>
              <a:gd name="connsiteX6" fmla="*/ 2406227 w 4160568"/>
              <a:gd name="connsiteY6" fmla="*/ 87310 h 2268204"/>
              <a:gd name="connsiteX7" fmla="*/ 4160568 w 4160568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332900 w 4160568"/>
              <a:gd name="connsiteY3" fmla="*/ 319151 h 2268204"/>
              <a:gd name="connsiteX4" fmla="*/ 616083 w 4160568"/>
              <a:gd name="connsiteY4" fmla="*/ 210671 h 2268204"/>
              <a:gd name="connsiteX5" fmla="*/ 1306058 w 4160568"/>
              <a:gd name="connsiteY5" fmla="*/ 128700 h 2268204"/>
              <a:gd name="connsiteX6" fmla="*/ 2300285 w 4160568"/>
              <a:gd name="connsiteY6" fmla="*/ 64046 h 2268204"/>
              <a:gd name="connsiteX7" fmla="*/ 4160568 w 4160568"/>
              <a:gd name="connsiteY7" fmla="*/ 0 h 2268204"/>
              <a:gd name="connsiteX0" fmla="*/ 5685 w 3612167"/>
              <a:gd name="connsiteY0" fmla="*/ 2260449 h 2260449"/>
              <a:gd name="connsiteX1" fmla="*/ 57544 w 3612167"/>
              <a:gd name="connsiteY1" fmla="*/ 1027354 h 2260449"/>
              <a:gd name="connsiteX2" fmla="*/ 175999 w 3612167"/>
              <a:gd name="connsiteY2" fmla="*/ 554909 h 2260449"/>
              <a:gd name="connsiteX3" fmla="*/ 332900 w 3612167"/>
              <a:gd name="connsiteY3" fmla="*/ 311396 h 2260449"/>
              <a:gd name="connsiteX4" fmla="*/ 616083 w 3612167"/>
              <a:gd name="connsiteY4" fmla="*/ 202916 h 2260449"/>
              <a:gd name="connsiteX5" fmla="*/ 1306058 w 3612167"/>
              <a:gd name="connsiteY5" fmla="*/ 120945 h 2260449"/>
              <a:gd name="connsiteX6" fmla="*/ 2300285 w 3612167"/>
              <a:gd name="connsiteY6" fmla="*/ 56291 h 2260449"/>
              <a:gd name="connsiteX7" fmla="*/ 3612167 w 3612167"/>
              <a:gd name="connsiteY7" fmla="*/ 0 h 2260449"/>
              <a:gd name="connsiteX0" fmla="*/ 7943 w 3614425"/>
              <a:gd name="connsiteY0" fmla="*/ 2260449 h 2260449"/>
              <a:gd name="connsiteX1" fmla="*/ 41106 w 3614425"/>
              <a:gd name="connsiteY1" fmla="*/ 1027354 h 2260449"/>
              <a:gd name="connsiteX2" fmla="*/ 178257 w 3614425"/>
              <a:gd name="connsiteY2" fmla="*/ 554909 h 2260449"/>
              <a:gd name="connsiteX3" fmla="*/ 335158 w 3614425"/>
              <a:gd name="connsiteY3" fmla="*/ 311396 h 2260449"/>
              <a:gd name="connsiteX4" fmla="*/ 618341 w 3614425"/>
              <a:gd name="connsiteY4" fmla="*/ 202916 h 2260449"/>
              <a:gd name="connsiteX5" fmla="*/ 1308316 w 3614425"/>
              <a:gd name="connsiteY5" fmla="*/ 120945 h 2260449"/>
              <a:gd name="connsiteX6" fmla="*/ 2302543 w 3614425"/>
              <a:gd name="connsiteY6" fmla="*/ 56291 h 2260449"/>
              <a:gd name="connsiteX7" fmla="*/ 3614425 w 3614425"/>
              <a:gd name="connsiteY7" fmla="*/ 0 h 2260449"/>
              <a:gd name="connsiteX0" fmla="*/ 7790 w 3614272"/>
              <a:gd name="connsiteY0" fmla="*/ 2260449 h 2260449"/>
              <a:gd name="connsiteX1" fmla="*/ 40953 w 3614272"/>
              <a:gd name="connsiteY1" fmla="*/ 1027354 h 2260449"/>
              <a:gd name="connsiteX2" fmla="*/ 171709 w 3614272"/>
              <a:gd name="connsiteY2" fmla="*/ 549603 h 2260449"/>
              <a:gd name="connsiteX3" fmla="*/ 335005 w 3614272"/>
              <a:gd name="connsiteY3" fmla="*/ 311396 h 2260449"/>
              <a:gd name="connsiteX4" fmla="*/ 618188 w 3614272"/>
              <a:gd name="connsiteY4" fmla="*/ 202916 h 2260449"/>
              <a:gd name="connsiteX5" fmla="*/ 1308163 w 3614272"/>
              <a:gd name="connsiteY5" fmla="*/ 120945 h 2260449"/>
              <a:gd name="connsiteX6" fmla="*/ 2302390 w 3614272"/>
              <a:gd name="connsiteY6" fmla="*/ 56291 h 2260449"/>
              <a:gd name="connsiteX7" fmla="*/ 3614272 w 3614272"/>
              <a:gd name="connsiteY7" fmla="*/ 0 h 2260449"/>
              <a:gd name="connsiteX0" fmla="*/ 7790 w 3614272"/>
              <a:gd name="connsiteY0" fmla="*/ 2260449 h 2260449"/>
              <a:gd name="connsiteX1" fmla="*/ 40953 w 3614272"/>
              <a:gd name="connsiteY1" fmla="*/ 1027354 h 2260449"/>
              <a:gd name="connsiteX2" fmla="*/ 171709 w 3614272"/>
              <a:gd name="connsiteY2" fmla="*/ 549603 h 2260449"/>
              <a:gd name="connsiteX3" fmla="*/ 345665 w 3614272"/>
              <a:gd name="connsiteY3" fmla="*/ 292825 h 2260449"/>
              <a:gd name="connsiteX4" fmla="*/ 618188 w 3614272"/>
              <a:gd name="connsiteY4" fmla="*/ 202916 h 2260449"/>
              <a:gd name="connsiteX5" fmla="*/ 1308163 w 3614272"/>
              <a:gd name="connsiteY5" fmla="*/ 120945 h 2260449"/>
              <a:gd name="connsiteX6" fmla="*/ 2302390 w 3614272"/>
              <a:gd name="connsiteY6" fmla="*/ 56291 h 2260449"/>
              <a:gd name="connsiteX7" fmla="*/ 3614272 w 3614272"/>
              <a:gd name="connsiteY7" fmla="*/ 0 h 2260449"/>
              <a:gd name="connsiteX0" fmla="*/ 7790 w 3614272"/>
              <a:gd name="connsiteY0" fmla="*/ 2260449 h 2260449"/>
              <a:gd name="connsiteX1" fmla="*/ 40953 w 3614272"/>
              <a:gd name="connsiteY1" fmla="*/ 1027354 h 2260449"/>
              <a:gd name="connsiteX2" fmla="*/ 171709 w 3614272"/>
              <a:gd name="connsiteY2" fmla="*/ 549603 h 2260449"/>
              <a:gd name="connsiteX3" fmla="*/ 345665 w 3614272"/>
              <a:gd name="connsiteY3" fmla="*/ 292825 h 2260449"/>
              <a:gd name="connsiteX4" fmla="*/ 618188 w 3614272"/>
              <a:gd name="connsiteY4" fmla="*/ 189652 h 2260449"/>
              <a:gd name="connsiteX5" fmla="*/ 1308163 w 3614272"/>
              <a:gd name="connsiteY5" fmla="*/ 120945 h 2260449"/>
              <a:gd name="connsiteX6" fmla="*/ 2302390 w 3614272"/>
              <a:gd name="connsiteY6" fmla="*/ 56291 h 2260449"/>
              <a:gd name="connsiteX7" fmla="*/ 3614272 w 3614272"/>
              <a:gd name="connsiteY7" fmla="*/ 0 h 2260449"/>
              <a:gd name="connsiteX0" fmla="*/ 7790 w 3614272"/>
              <a:gd name="connsiteY0" fmla="*/ 2260449 h 2260449"/>
              <a:gd name="connsiteX1" fmla="*/ 40953 w 3614272"/>
              <a:gd name="connsiteY1" fmla="*/ 1027354 h 2260449"/>
              <a:gd name="connsiteX2" fmla="*/ 171709 w 3614272"/>
              <a:gd name="connsiteY2" fmla="*/ 549603 h 2260449"/>
              <a:gd name="connsiteX3" fmla="*/ 345665 w 3614272"/>
              <a:gd name="connsiteY3" fmla="*/ 292825 h 2260449"/>
              <a:gd name="connsiteX4" fmla="*/ 618188 w 3614272"/>
              <a:gd name="connsiteY4" fmla="*/ 189652 h 2260449"/>
              <a:gd name="connsiteX5" fmla="*/ 1308163 w 3614272"/>
              <a:gd name="connsiteY5" fmla="*/ 120945 h 2260449"/>
              <a:gd name="connsiteX6" fmla="*/ 2295995 w 3614272"/>
              <a:gd name="connsiteY6" fmla="*/ 43026 h 2260449"/>
              <a:gd name="connsiteX7" fmla="*/ 3614272 w 3614272"/>
              <a:gd name="connsiteY7" fmla="*/ 0 h 2260449"/>
              <a:gd name="connsiteX0" fmla="*/ 7790 w 3614272"/>
              <a:gd name="connsiteY0" fmla="*/ 2276366 h 2276366"/>
              <a:gd name="connsiteX1" fmla="*/ 40953 w 3614272"/>
              <a:gd name="connsiteY1" fmla="*/ 1043271 h 2276366"/>
              <a:gd name="connsiteX2" fmla="*/ 171709 w 3614272"/>
              <a:gd name="connsiteY2" fmla="*/ 565520 h 2276366"/>
              <a:gd name="connsiteX3" fmla="*/ 345665 w 3614272"/>
              <a:gd name="connsiteY3" fmla="*/ 308742 h 2276366"/>
              <a:gd name="connsiteX4" fmla="*/ 618188 w 3614272"/>
              <a:gd name="connsiteY4" fmla="*/ 205569 h 2276366"/>
              <a:gd name="connsiteX5" fmla="*/ 1308163 w 3614272"/>
              <a:gd name="connsiteY5" fmla="*/ 136862 h 2276366"/>
              <a:gd name="connsiteX6" fmla="*/ 2295995 w 3614272"/>
              <a:gd name="connsiteY6" fmla="*/ 58943 h 2276366"/>
              <a:gd name="connsiteX7" fmla="*/ 3614272 w 3614272"/>
              <a:gd name="connsiteY7" fmla="*/ 0 h 2276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4272" h="2276366">
                <a:moveTo>
                  <a:pt x="7790" y="2276366"/>
                </a:moveTo>
                <a:cubicBezTo>
                  <a:pt x="-13848" y="1808112"/>
                  <a:pt x="13633" y="1328412"/>
                  <a:pt x="40953" y="1043271"/>
                </a:cubicBezTo>
                <a:cubicBezTo>
                  <a:pt x="68273" y="758130"/>
                  <a:pt x="120924" y="687942"/>
                  <a:pt x="171709" y="565520"/>
                </a:cubicBezTo>
                <a:cubicBezTo>
                  <a:pt x="222494" y="443099"/>
                  <a:pt x="271252" y="368734"/>
                  <a:pt x="345665" y="308742"/>
                </a:cubicBezTo>
                <a:cubicBezTo>
                  <a:pt x="420078" y="248750"/>
                  <a:pt x="465680" y="227500"/>
                  <a:pt x="618188" y="205569"/>
                </a:cubicBezTo>
                <a:cubicBezTo>
                  <a:pt x="770696" y="183638"/>
                  <a:pt x="1028529" y="161300"/>
                  <a:pt x="1308163" y="136862"/>
                </a:cubicBezTo>
                <a:cubicBezTo>
                  <a:pt x="1587797" y="112424"/>
                  <a:pt x="1911644" y="81753"/>
                  <a:pt x="2295995" y="58943"/>
                </a:cubicBezTo>
                <a:cubicBezTo>
                  <a:pt x="2680346" y="36133"/>
                  <a:pt x="3035010" y="5879"/>
                  <a:pt x="3614272" y="0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302" name="Freeform: Shape 301">
            <a:extLst>
              <a:ext uri="{FF2B5EF4-FFF2-40B4-BE49-F238E27FC236}">
                <a16:creationId xmlns:a16="http://schemas.microsoft.com/office/drawing/2014/main" id="{85DAAFE0-B773-CD9B-2D81-C78971B812E6}"/>
              </a:ext>
            </a:extLst>
          </p:cNvPr>
          <p:cNvSpPr/>
          <p:nvPr/>
        </p:nvSpPr>
        <p:spPr>
          <a:xfrm>
            <a:off x="437257" y="7002954"/>
            <a:ext cx="2211616" cy="2283180"/>
          </a:xfrm>
          <a:custGeom>
            <a:avLst/>
            <a:gdLst>
              <a:gd name="connsiteX0" fmla="*/ 19180 w 2502736"/>
              <a:gd name="connsiteY0" fmla="*/ 2280355 h 2280355"/>
              <a:gd name="connsiteX1" fmla="*/ 27647 w 2502736"/>
              <a:gd name="connsiteY1" fmla="*/ 1255889 h 2280355"/>
              <a:gd name="connsiteX2" fmla="*/ 284469 w 2502736"/>
              <a:gd name="connsiteY2" fmla="*/ 773289 h 2280355"/>
              <a:gd name="connsiteX3" fmla="*/ 513069 w 2502736"/>
              <a:gd name="connsiteY3" fmla="*/ 310444 h 2280355"/>
              <a:gd name="connsiteX4" fmla="*/ 806580 w 2502736"/>
              <a:gd name="connsiteY4" fmla="*/ 158044 h 2280355"/>
              <a:gd name="connsiteX5" fmla="*/ 2502736 w 2502736"/>
              <a:gd name="connsiteY5" fmla="*/ 0 h 2280355"/>
              <a:gd name="connsiteX0" fmla="*/ 16957 w 2500513"/>
              <a:gd name="connsiteY0" fmla="*/ 2280355 h 2280355"/>
              <a:gd name="connsiteX1" fmla="*/ 25424 w 2500513"/>
              <a:gd name="connsiteY1" fmla="*/ 1255889 h 2280355"/>
              <a:gd name="connsiteX2" fmla="*/ 282246 w 2500513"/>
              <a:gd name="connsiteY2" fmla="*/ 773289 h 2280355"/>
              <a:gd name="connsiteX3" fmla="*/ 510846 w 2500513"/>
              <a:gd name="connsiteY3" fmla="*/ 310444 h 2280355"/>
              <a:gd name="connsiteX4" fmla="*/ 804357 w 2500513"/>
              <a:gd name="connsiteY4" fmla="*/ 158044 h 2280355"/>
              <a:gd name="connsiteX5" fmla="*/ 2500513 w 2500513"/>
              <a:gd name="connsiteY5" fmla="*/ 0 h 2280355"/>
              <a:gd name="connsiteX0" fmla="*/ 17321 w 2500877"/>
              <a:gd name="connsiteY0" fmla="*/ 2280355 h 2280355"/>
              <a:gd name="connsiteX1" fmla="*/ 25788 w 2500877"/>
              <a:gd name="connsiteY1" fmla="*/ 1255889 h 2280355"/>
              <a:gd name="connsiteX2" fmla="*/ 254388 w 2500877"/>
              <a:gd name="connsiteY2" fmla="*/ 756356 h 2280355"/>
              <a:gd name="connsiteX3" fmla="*/ 511210 w 2500877"/>
              <a:gd name="connsiteY3" fmla="*/ 310444 h 2280355"/>
              <a:gd name="connsiteX4" fmla="*/ 804721 w 2500877"/>
              <a:gd name="connsiteY4" fmla="*/ 158044 h 2280355"/>
              <a:gd name="connsiteX5" fmla="*/ 2500877 w 2500877"/>
              <a:gd name="connsiteY5" fmla="*/ 0 h 2280355"/>
              <a:gd name="connsiteX0" fmla="*/ 17321 w 2500877"/>
              <a:gd name="connsiteY0" fmla="*/ 2280355 h 2280355"/>
              <a:gd name="connsiteX1" fmla="*/ 25788 w 2500877"/>
              <a:gd name="connsiteY1" fmla="*/ 1255889 h 2280355"/>
              <a:gd name="connsiteX2" fmla="*/ 254388 w 2500877"/>
              <a:gd name="connsiteY2" fmla="*/ 756356 h 2280355"/>
              <a:gd name="connsiteX3" fmla="*/ 511210 w 2500877"/>
              <a:gd name="connsiteY3" fmla="*/ 310444 h 2280355"/>
              <a:gd name="connsiteX4" fmla="*/ 804721 w 2500877"/>
              <a:gd name="connsiteY4" fmla="*/ 158044 h 2280355"/>
              <a:gd name="connsiteX5" fmla="*/ 2500877 w 2500877"/>
              <a:gd name="connsiteY5" fmla="*/ 0 h 2280355"/>
              <a:gd name="connsiteX0" fmla="*/ 15877 w 2499433"/>
              <a:gd name="connsiteY0" fmla="*/ 2280355 h 2280355"/>
              <a:gd name="connsiteX1" fmla="*/ 24344 w 2499433"/>
              <a:gd name="connsiteY1" fmla="*/ 1255889 h 2280355"/>
              <a:gd name="connsiteX2" fmla="*/ 230366 w 2499433"/>
              <a:gd name="connsiteY2" fmla="*/ 745067 h 2280355"/>
              <a:gd name="connsiteX3" fmla="*/ 509766 w 2499433"/>
              <a:gd name="connsiteY3" fmla="*/ 310444 h 2280355"/>
              <a:gd name="connsiteX4" fmla="*/ 803277 w 2499433"/>
              <a:gd name="connsiteY4" fmla="*/ 158044 h 2280355"/>
              <a:gd name="connsiteX5" fmla="*/ 2499433 w 2499433"/>
              <a:gd name="connsiteY5" fmla="*/ 0 h 2280355"/>
              <a:gd name="connsiteX0" fmla="*/ 15877 w 2499433"/>
              <a:gd name="connsiteY0" fmla="*/ 2280355 h 2280355"/>
              <a:gd name="connsiteX1" fmla="*/ 24344 w 2499433"/>
              <a:gd name="connsiteY1" fmla="*/ 1255889 h 2280355"/>
              <a:gd name="connsiteX2" fmla="*/ 230366 w 2499433"/>
              <a:gd name="connsiteY2" fmla="*/ 745067 h 2280355"/>
              <a:gd name="connsiteX3" fmla="*/ 419455 w 2499433"/>
              <a:gd name="connsiteY3" fmla="*/ 403577 h 2280355"/>
              <a:gd name="connsiteX4" fmla="*/ 803277 w 2499433"/>
              <a:gd name="connsiteY4" fmla="*/ 158044 h 2280355"/>
              <a:gd name="connsiteX5" fmla="*/ 2499433 w 2499433"/>
              <a:gd name="connsiteY5" fmla="*/ 0 h 2280355"/>
              <a:gd name="connsiteX0" fmla="*/ 15877 w 2499433"/>
              <a:gd name="connsiteY0" fmla="*/ 2280355 h 2280355"/>
              <a:gd name="connsiteX1" fmla="*/ 24344 w 2499433"/>
              <a:gd name="connsiteY1" fmla="*/ 1255889 h 2280355"/>
              <a:gd name="connsiteX2" fmla="*/ 230366 w 2499433"/>
              <a:gd name="connsiteY2" fmla="*/ 745067 h 2280355"/>
              <a:gd name="connsiteX3" fmla="*/ 419455 w 2499433"/>
              <a:gd name="connsiteY3" fmla="*/ 403577 h 2280355"/>
              <a:gd name="connsiteX4" fmla="*/ 803277 w 2499433"/>
              <a:gd name="connsiteY4" fmla="*/ 158044 h 2280355"/>
              <a:gd name="connsiteX5" fmla="*/ 2499433 w 2499433"/>
              <a:gd name="connsiteY5" fmla="*/ 0 h 2280355"/>
              <a:gd name="connsiteX0" fmla="*/ 15877 w 2499433"/>
              <a:gd name="connsiteY0" fmla="*/ 2280355 h 2280355"/>
              <a:gd name="connsiteX1" fmla="*/ 24344 w 2499433"/>
              <a:gd name="connsiteY1" fmla="*/ 1255889 h 2280355"/>
              <a:gd name="connsiteX2" fmla="*/ 230366 w 2499433"/>
              <a:gd name="connsiteY2" fmla="*/ 745067 h 2280355"/>
              <a:gd name="connsiteX3" fmla="*/ 419455 w 2499433"/>
              <a:gd name="connsiteY3" fmla="*/ 403577 h 2280355"/>
              <a:gd name="connsiteX4" fmla="*/ 803277 w 2499433"/>
              <a:gd name="connsiteY4" fmla="*/ 158044 h 2280355"/>
              <a:gd name="connsiteX5" fmla="*/ 2499433 w 2499433"/>
              <a:gd name="connsiteY5" fmla="*/ 0 h 2280355"/>
              <a:gd name="connsiteX0" fmla="*/ 15171 w 2498727"/>
              <a:gd name="connsiteY0" fmla="*/ 2280355 h 2280355"/>
              <a:gd name="connsiteX1" fmla="*/ 23638 w 2498727"/>
              <a:gd name="connsiteY1" fmla="*/ 1255889 h 2280355"/>
              <a:gd name="connsiteX2" fmla="*/ 218371 w 2498727"/>
              <a:gd name="connsiteY2" fmla="*/ 716845 h 2280355"/>
              <a:gd name="connsiteX3" fmla="*/ 418749 w 2498727"/>
              <a:gd name="connsiteY3" fmla="*/ 403577 h 2280355"/>
              <a:gd name="connsiteX4" fmla="*/ 802571 w 2498727"/>
              <a:gd name="connsiteY4" fmla="*/ 158044 h 2280355"/>
              <a:gd name="connsiteX5" fmla="*/ 2498727 w 2498727"/>
              <a:gd name="connsiteY5" fmla="*/ 0 h 2280355"/>
              <a:gd name="connsiteX0" fmla="*/ 15171 w 2498727"/>
              <a:gd name="connsiteY0" fmla="*/ 2280355 h 2280355"/>
              <a:gd name="connsiteX1" fmla="*/ 23638 w 2498727"/>
              <a:gd name="connsiteY1" fmla="*/ 1255889 h 2280355"/>
              <a:gd name="connsiteX2" fmla="*/ 218371 w 2498727"/>
              <a:gd name="connsiteY2" fmla="*/ 716845 h 2280355"/>
              <a:gd name="connsiteX3" fmla="*/ 418749 w 2498727"/>
              <a:gd name="connsiteY3" fmla="*/ 403577 h 2280355"/>
              <a:gd name="connsiteX4" fmla="*/ 802571 w 2498727"/>
              <a:gd name="connsiteY4" fmla="*/ 158044 h 2280355"/>
              <a:gd name="connsiteX5" fmla="*/ 2498727 w 2498727"/>
              <a:gd name="connsiteY5" fmla="*/ 0 h 2280355"/>
              <a:gd name="connsiteX0" fmla="*/ 14309 w 2497865"/>
              <a:gd name="connsiteY0" fmla="*/ 2280355 h 2280355"/>
              <a:gd name="connsiteX1" fmla="*/ 22776 w 2497865"/>
              <a:gd name="connsiteY1" fmla="*/ 1255889 h 2280355"/>
              <a:gd name="connsiteX2" fmla="*/ 203398 w 2497865"/>
              <a:gd name="connsiteY2" fmla="*/ 716845 h 2280355"/>
              <a:gd name="connsiteX3" fmla="*/ 417887 w 2497865"/>
              <a:gd name="connsiteY3" fmla="*/ 403577 h 2280355"/>
              <a:gd name="connsiteX4" fmla="*/ 801709 w 2497865"/>
              <a:gd name="connsiteY4" fmla="*/ 158044 h 2280355"/>
              <a:gd name="connsiteX5" fmla="*/ 2497865 w 2497865"/>
              <a:gd name="connsiteY5" fmla="*/ 0 h 2280355"/>
              <a:gd name="connsiteX0" fmla="*/ 14309 w 2497865"/>
              <a:gd name="connsiteY0" fmla="*/ 2280355 h 2280355"/>
              <a:gd name="connsiteX1" fmla="*/ 22776 w 2497865"/>
              <a:gd name="connsiteY1" fmla="*/ 1255889 h 2280355"/>
              <a:gd name="connsiteX2" fmla="*/ 203398 w 2497865"/>
              <a:gd name="connsiteY2" fmla="*/ 716845 h 2280355"/>
              <a:gd name="connsiteX3" fmla="*/ 417887 w 2497865"/>
              <a:gd name="connsiteY3" fmla="*/ 403577 h 2280355"/>
              <a:gd name="connsiteX4" fmla="*/ 801709 w 2497865"/>
              <a:gd name="connsiteY4" fmla="*/ 158044 h 2280355"/>
              <a:gd name="connsiteX5" fmla="*/ 2497865 w 2497865"/>
              <a:gd name="connsiteY5" fmla="*/ 0 h 2280355"/>
              <a:gd name="connsiteX0" fmla="*/ 14309 w 2497865"/>
              <a:gd name="connsiteY0" fmla="*/ 2280355 h 2280355"/>
              <a:gd name="connsiteX1" fmla="*/ 22776 w 2497865"/>
              <a:gd name="connsiteY1" fmla="*/ 1255889 h 2280355"/>
              <a:gd name="connsiteX2" fmla="*/ 203398 w 2497865"/>
              <a:gd name="connsiteY2" fmla="*/ 716845 h 2280355"/>
              <a:gd name="connsiteX3" fmla="*/ 417887 w 2497865"/>
              <a:gd name="connsiteY3" fmla="*/ 403577 h 2280355"/>
              <a:gd name="connsiteX4" fmla="*/ 801709 w 2497865"/>
              <a:gd name="connsiteY4" fmla="*/ 158044 h 2280355"/>
              <a:gd name="connsiteX5" fmla="*/ 2497865 w 2497865"/>
              <a:gd name="connsiteY5" fmla="*/ 0 h 2280355"/>
              <a:gd name="connsiteX0" fmla="*/ 6687 w 2490243"/>
              <a:gd name="connsiteY0" fmla="*/ 2280355 h 2280355"/>
              <a:gd name="connsiteX1" fmla="*/ 40554 w 2490243"/>
              <a:gd name="connsiteY1" fmla="*/ 1174044 h 2280355"/>
              <a:gd name="connsiteX2" fmla="*/ 195776 w 2490243"/>
              <a:gd name="connsiteY2" fmla="*/ 716845 h 2280355"/>
              <a:gd name="connsiteX3" fmla="*/ 410265 w 2490243"/>
              <a:gd name="connsiteY3" fmla="*/ 403577 h 2280355"/>
              <a:gd name="connsiteX4" fmla="*/ 794087 w 2490243"/>
              <a:gd name="connsiteY4" fmla="*/ 158044 h 2280355"/>
              <a:gd name="connsiteX5" fmla="*/ 2490243 w 2490243"/>
              <a:gd name="connsiteY5" fmla="*/ 0 h 2280355"/>
              <a:gd name="connsiteX0" fmla="*/ 6687 w 2490243"/>
              <a:gd name="connsiteY0" fmla="*/ 2280355 h 2280355"/>
              <a:gd name="connsiteX1" fmla="*/ 40554 w 2490243"/>
              <a:gd name="connsiteY1" fmla="*/ 1174044 h 2280355"/>
              <a:gd name="connsiteX2" fmla="*/ 195776 w 2490243"/>
              <a:gd name="connsiteY2" fmla="*/ 716845 h 2280355"/>
              <a:gd name="connsiteX3" fmla="*/ 410265 w 2490243"/>
              <a:gd name="connsiteY3" fmla="*/ 403577 h 2280355"/>
              <a:gd name="connsiteX4" fmla="*/ 794087 w 2490243"/>
              <a:gd name="connsiteY4" fmla="*/ 158044 h 2280355"/>
              <a:gd name="connsiteX5" fmla="*/ 2490243 w 2490243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09930 w 2489908"/>
              <a:gd name="connsiteY3" fmla="*/ 403577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21219 w 2489908"/>
              <a:gd name="connsiteY3" fmla="*/ 375355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21219 w 2489908"/>
              <a:gd name="connsiteY3" fmla="*/ 375355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12752 w 2489908"/>
              <a:gd name="connsiteY3" fmla="*/ 375355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12752 w 2489908"/>
              <a:gd name="connsiteY3" fmla="*/ 375355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516 w 2490072"/>
              <a:gd name="connsiteY0" fmla="*/ 2280355 h 2280355"/>
              <a:gd name="connsiteX1" fmla="*/ 40383 w 2490072"/>
              <a:gd name="connsiteY1" fmla="*/ 1174044 h 2280355"/>
              <a:gd name="connsiteX2" fmla="*/ 188566 w 2490072"/>
              <a:gd name="connsiteY2" fmla="*/ 771527 h 2280355"/>
              <a:gd name="connsiteX3" fmla="*/ 412916 w 2490072"/>
              <a:gd name="connsiteY3" fmla="*/ 375355 h 2280355"/>
              <a:gd name="connsiteX4" fmla="*/ 793916 w 2490072"/>
              <a:gd name="connsiteY4" fmla="*/ 158044 h 2280355"/>
              <a:gd name="connsiteX5" fmla="*/ 2490072 w 2490072"/>
              <a:gd name="connsiteY5" fmla="*/ 0 h 2280355"/>
              <a:gd name="connsiteX0" fmla="*/ 3586 w 2487142"/>
              <a:gd name="connsiteY0" fmla="*/ 2280355 h 2280355"/>
              <a:gd name="connsiteX1" fmla="*/ 69275 w 2487142"/>
              <a:gd name="connsiteY1" fmla="*/ 1177082 h 2280355"/>
              <a:gd name="connsiteX2" fmla="*/ 185636 w 2487142"/>
              <a:gd name="connsiteY2" fmla="*/ 771527 h 2280355"/>
              <a:gd name="connsiteX3" fmla="*/ 409986 w 2487142"/>
              <a:gd name="connsiteY3" fmla="*/ 375355 h 2280355"/>
              <a:gd name="connsiteX4" fmla="*/ 790986 w 2487142"/>
              <a:gd name="connsiteY4" fmla="*/ 158044 h 2280355"/>
              <a:gd name="connsiteX5" fmla="*/ 2487142 w 2487142"/>
              <a:gd name="connsiteY5" fmla="*/ 0 h 2280355"/>
              <a:gd name="connsiteX0" fmla="*/ 3968 w 2487524"/>
              <a:gd name="connsiteY0" fmla="*/ 2280355 h 2280355"/>
              <a:gd name="connsiteX1" fmla="*/ 69657 w 2487524"/>
              <a:gd name="connsiteY1" fmla="*/ 1177082 h 2280355"/>
              <a:gd name="connsiteX2" fmla="*/ 186018 w 2487524"/>
              <a:gd name="connsiteY2" fmla="*/ 771527 h 2280355"/>
              <a:gd name="connsiteX3" fmla="*/ 410368 w 2487524"/>
              <a:gd name="connsiteY3" fmla="*/ 375355 h 2280355"/>
              <a:gd name="connsiteX4" fmla="*/ 791368 w 2487524"/>
              <a:gd name="connsiteY4" fmla="*/ 158044 h 2280355"/>
              <a:gd name="connsiteX5" fmla="*/ 2487524 w 2487524"/>
              <a:gd name="connsiteY5" fmla="*/ 0 h 2280355"/>
              <a:gd name="connsiteX0" fmla="*/ 3968 w 2487524"/>
              <a:gd name="connsiteY0" fmla="*/ 2280355 h 2280355"/>
              <a:gd name="connsiteX1" fmla="*/ 69657 w 2487524"/>
              <a:gd name="connsiteY1" fmla="*/ 1177082 h 2280355"/>
              <a:gd name="connsiteX2" fmla="*/ 186018 w 2487524"/>
              <a:gd name="connsiteY2" fmla="*/ 771527 h 2280355"/>
              <a:gd name="connsiteX3" fmla="*/ 428047 w 2487524"/>
              <a:gd name="connsiteY3" fmla="*/ 375355 h 2280355"/>
              <a:gd name="connsiteX4" fmla="*/ 791368 w 2487524"/>
              <a:gd name="connsiteY4" fmla="*/ 158044 h 2280355"/>
              <a:gd name="connsiteX5" fmla="*/ 2487524 w 2487524"/>
              <a:gd name="connsiteY5" fmla="*/ 0 h 2280355"/>
              <a:gd name="connsiteX0" fmla="*/ 3968 w 2487524"/>
              <a:gd name="connsiteY0" fmla="*/ 2280355 h 2280355"/>
              <a:gd name="connsiteX1" fmla="*/ 69657 w 2487524"/>
              <a:gd name="connsiteY1" fmla="*/ 1177082 h 2280355"/>
              <a:gd name="connsiteX2" fmla="*/ 186018 w 2487524"/>
              <a:gd name="connsiteY2" fmla="*/ 771527 h 2280355"/>
              <a:gd name="connsiteX3" fmla="*/ 428047 w 2487524"/>
              <a:gd name="connsiteY3" fmla="*/ 375355 h 2280355"/>
              <a:gd name="connsiteX4" fmla="*/ 777225 w 2487524"/>
              <a:gd name="connsiteY4" fmla="*/ 179309 h 2280355"/>
              <a:gd name="connsiteX5" fmla="*/ 2487524 w 2487524"/>
              <a:gd name="connsiteY5" fmla="*/ 0 h 2280355"/>
              <a:gd name="connsiteX0" fmla="*/ 3968 w 2487524"/>
              <a:gd name="connsiteY0" fmla="*/ 2280355 h 2280355"/>
              <a:gd name="connsiteX1" fmla="*/ 69657 w 2487524"/>
              <a:gd name="connsiteY1" fmla="*/ 1177082 h 2280355"/>
              <a:gd name="connsiteX2" fmla="*/ 186018 w 2487524"/>
              <a:gd name="connsiteY2" fmla="*/ 771527 h 2280355"/>
              <a:gd name="connsiteX3" fmla="*/ 428047 w 2487524"/>
              <a:gd name="connsiteY3" fmla="*/ 375355 h 2280355"/>
              <a:gd name="connsiteX4" fmla="*/ 777225 w 2487524"/>
              <a:gd name="connsiteY4" fmla="*/ 179309 h 2280355"/>
              <a:gd name="connsiteX5" fmla="*/ 2487524 w 2487524"/>
              <a:gd name="connsiteY5" fmla="*/ 0 h 228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87524" h="2280355">
                <a:moveTo>
                  <a:pt x="3968" y="2280355"/>
                </a:moveTo>
                <a:cubicBezTo>
                  <a:pt x="-13906" y="1893711"/>
                  <a:pt x="32244" y="1413364"/>
                  <a:pt x="69657" y="1177082"/>
                </a:cubicBezTo>
                <a:cubicBezTo>
                  <a:pt x="107070" y="940800"/>
                  <a:pt x="126286" y="905148"/>
                  <a:pt x="186018" y="771527"/>
                </a:cubicBezTo>
                <a:cubicBezTo>
                  <a:pt x="245750" y="637906"/>
                  <a:pt x="329513" y="474058"/>
                  <a:pt x="428047" y="375355"/>
                </a:cubicBezTo>
                <a:cubicBezTo>
                  <a:pt x="526581" y="276652"/>
                  <a:pt x="518840" y="257058"/>
                  <a:pt x="777225" y="179309"/>
                </a:cubicBezTo>
                <a:cubicBezTo>
                  <a:pt x="1035610" y="101560"/>
                  <a:pt x="1805251" y="53151"/>
                  <a:pt x="2487524" y="0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303" name="Freeform: Shape 302">
            <a:extLst>
              <a:ext uri="{FF2B5EF4-FFF2-40B4-BE49-F238E27FC236}">
                <a16:creationId xmlns:a16="http://schemas.microsoft.com/office/drawing/2014/main" id="{32920CA7-DD36-724B-BD5B-9D45C1ACCD29}"/>
              </a:ext>
            </a:extLst>
          </p:cNvPr>
          <p:cNvSpPr/>
          <p:nvPr/>
        </p:nvSpPr>
        <p:spPr>
          <a:xfrm>
            <a:off x="430059" y="7002955"/>
            <a:ext cx="823424" cy="2288823"/>
          </a:xfrm>
          <a:custGeom>
            <a:avLst/>
            <a:gdLst>
              <a:gd name="connsiteX0" fmla="*/ 13850 w 863339"/>
              <a:gd name="connsiteY0" fmla="*/ 2288823 h 2288823"/>
              <a:gd name="connsiteX1" fmla="*/ 13850 w 863339"/>
              <a:gd name="connsiteY1" fmla="*/ 1848556 h 2288823"/>
              <a:gd name="connsiteX2" fmla="*/ 157783 w 863339"/>
              <a:gd name="connsiteY2" fmla="*/ 1298223 h 2288823"/>
              <a:gd name="connsiteX3" fmla="*/ 304539 w 863339"/>
              <a:gd name="connsiteY3" fmla="*/ 801512 h 2288823"/>
              <a:gd name="connsiteX4" fmla="*/ 504917 w 863339"/>
              <a:gd name="connsiteY4" fmla="*/ 364067 h 2288823"/>
              <a:gd name="connsiteX5" fmla="*/ 753272 w 863339"/>
              <a:gd name="connsiteY5" fmla="*/ 115712 h 2288823"/>
              <a:gd name="connsiteX6" fmla="*/ 863339 w 863339"/>
              <a:gd name="connsiteY6" fmla="*/ 0 h 2288823"/>
              <a:gd name="connsiteX0" fmla="*/ 13850 w 863339"/>
              <a:gd name="connsiteY0" fmla="*/ 2288823 h 2288823"/>
              <a:gd name="connsiteX1" fmla="*/ 13850 w 863339"/>
              <a:gd name="connsiteY1" fmla="*/ 1848556 h 2288823"/>
              <a:gd name="connsiteX2" fmla="*/ 157783 w 863339"/>
              <a:gd name="connsiteY2" fmla="*/ 1298223 h 2288823"/>
              <a:gd name="connsiteX3" fmla="*/ 304539 w 863339"/>
              <a:gd name="connsiteY3" fmla="*/ 801512 h 2288823"/>
              <a:gd name="connsiteX4" fmla="*/ 504917 w 863339"/>
              <a:gd name="connsiteY4" fmla="*/ 364067 h 2288823"/>
              <a:gd name="connsiteX5" fmla="*/ 677072 w 863339"/>
              <a:gd name="connsiteY5" fmla="*/ 163689 h 2288823"/>
              <a:gd name="connsiteX6" fmla="*/ 863339 w 863339"/>
              <a:gd name="connsiteY6" fmla="*/ 0 h 2288823"/>
              <a:gd name="connsiteX0" fmla="*/ 13850 w 863339"/>
              <a:gd name="connsiteY0" fmla="*/ 2288823 h 2288823"/>
              <a:gd name="connsiteX1" fmla="*/ 13850 w 863339"/>
              <a:gd name="connsiteY1" fmla="*/ 1848556 h 2288823"/>
              <a:gd name="connsiteX2" fmla="*/ 157783 w 863339"/>
              <a:gd name="connsiteY2" fmla="*/ 1298223 h 2288823"/>
              <a:gd name="connsiteX3" fmla="*/ 304539 w 863339"/>
              <a:gd name="connsiteY3" fmla="*/ 801512 h 2288823"/>
              <a:gd name="connsiteX4" fmla="*/ 465406 w 863339"/>
              <a:gd name="connsiteY4" fmla="*/ 440267 h 2288823"/>
              <a:gd name="connsiteX5" fmla="*/ 677072 w 863339"/>
              <a:gd name="connsiteY5" fmla="*/ 163689 h 2288823"/>
              <a:gd name="connsiteX6" fmla="*/ 863339 w 863339"/>
              <a:gd name="connsiteY6" fmla="*/ 0 h 2288823"/>
              <a:gd name="connsiteX0" fmla="*/ 13850 w 863339"/>
              <a:gd name="connsiteY0" fmla="*/ 2288823 h 2288823"/>
              <a:gd name="connsiteX1" fmla="*/ 13850 w 863339"/>
              <a:gd name="connsiteY1" fmla="*/ 1848556 h 2288823"/>
              <a:gd name="connsiteX2" fmla="*/ 157783 w 863339"/>
              <a:gd name="connsiteY2" fmla="*/ 1298223 h 2288823"/>
              <a:gd name="connsiteX3" fmla="*/ 284784 w 863339"/>
              <a:gd name="connsiteY3" fmla="*/ 838200 h 2288823"/>
              <a:gd name="connsiteX4" fmla="*/ 465406 w 863339"/>
              <a:gd name="connsiteY4" fmla="*/ 440267 h 2288823"/>
              <a:gd name="connsiteX5" fmla="*/ 677072 w 863339"/>
              <a:gd name="connsiteY5" fmla="*/ 163689 h 2288823"/>
              <a:gd name="connsiteX6" fmla="*/ 863339 w 863339"/>
              <a:gd name="connsiteY6" fmla="*/ 0 h 2288823"/>
              <a:gd name="connsiteX0" fmla="*/ 11500 w 860989"/>
              <a:gd name="connsiteY0" fmla="*/ 2288823 h 2288823"/>
              <a:gd name="connsiteX1" fmla="*/ 11500 w 860989"/>
              <a:gd name="connsiteY1" fmla="*/ 1848556 h 2288823"/>
              <a:gd name="connsiteX2" fmla="*/ 121566 w 860989"/>
              <a:gd name="connsiteY2" fmla="*/ 1346201 h 2288823"/>
              <a:gd name="connsiteX3" fmla="*/ 282434 w 860989"/>
              <a:gd name="connsiteY3" fmla="*/ 838200 h 2288823"/>
              <a:gd name="connsiteX4" fmla="*/ 463056 w 860989"/>
              <a:gd name="connsiteY4" fmla="*/ 440267 h 2288823"/>
              <a:gd name="connsiteX5" fmla="*/ 674722 w 860989"/>
              <a:gd name="connsiteY5" fmla="*/ 163689 h 2288823"/>
              <a:gd name="connsiteX6" fmla="*/ 860989 w 860989"/>
              <a:gd name="connsiteY6" fmla="*/ 0 h 2288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60989" h="2288823">
                <a:moveTo>
                  <a:pt x="11500" y="2288823"/>
                </a:moveTo>
                <a:cubicBezTo>
                  <a:pt x="-495" y="2151239"/>
                  <a:pt x="-6844" y="2005660"/>
                  <a:pt x="11500" y="1848556"/>
                </a:cubicBezTo>
                <a:cubicBezTo>
                  <a:pt x="29844" y="1691452"/>
                  <a:pt x="76410" y="1514594"/>
                  <a:pt x="121566" y="1346201"/>
                </a:cubicBezTo>
                <a:cubicBezTo>
                  <a:pt x="166722" y="1177808"/>
                  <a:pt x="225519" y="989189"/>
                  <a:pt x="282434" y="838200"/>
                </a:cubicBezTo>
                <a:cubicBezTo>
                  <a:pt x="339349" y="687211"/>
                  <a:pt x="397675" y="552685"/>
                  <a:pt x="463056" y="440267"/>
                </a:cubicBezTo>
                <a:cubicBezTo>
                  <a:pt x="528437" y="327849"/>
                  <a:pt x="614985" y="224367"/>
                  <a:pt x="674722" y="163689"/>
                </a:cubicBezTo>
                <a:cubicBezTo>
                  <a:pt x="734459" y="103011"/>
                  <a:pt x="835824" y="27517"/>
                  <a:pt x="860989" y="0"/>
                </a:cubicBezTo>
              </a:path>
            </a:pathLst>
          </a:cu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C331E31D-AA58-074F-8DB2-C07A80088ECD}"/>
              </a:ext>
            </a:extLst>
          </p:cNvPr>
          <p:cNvSpPr/>
          <p:nvPr/>
        </p:nvSpPr>
        <p:spPr>
          <a:xfrm>
            <a:off x="407111" y="6967124"/>
            <a:ext cx="5956207" cy="2319010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305" name="Freeform: Shape 304">
            <a:extLst>
              <a:ext uri="{FF2B5EF4-FFF2-40B4-BE49-F238E27FC236}">
                <a16:creationId xmlns:a16="http://schemas.microsoft.com/office/drawing/2014/main" id="{1572FD79-447F-59D6-8D01-45B883F9AA1A}"/>
              </a:ext>
            </a:extLst>
          </p:cNvPr>
          <p:cNvSpPr/>
          <p:nvPr/>
        </p:nvSpPr>
        <p:spPr>
          <a:xfrm>
            <a:off x="421662" y="7010147"/>
            <a:ext cx="3765584" cy="2283299"/>
          </a:xfrm>
          <a:custGeom>
            <a:avLst/>
            <a:gdLst>
              <a:gd name="connsiteX0" fmla="*/ 9915 w 3766293"/>
              <a:gd name="connsiteY0" fmla="*/ 2283299 h 2283299"/>
              <a:gd name="connsiteX1" fmla="*/ 15560 w 3766293"/>
              <a:gd name="connsiteY1" fmla="*/ 928632 h 2283299"/>
              <a:gd name="connsiteX2" fmla="*/ 156671 w 3766293"/>
              <a:gd name="connsiteY2" fmla="*/ 700032 h 2283299"/>
              <a:gd name="connsiteX3" fmla="*/ 218760 w 3766293"/>
              <a:gd name="connsiteY3" fmla="*/ 550454 h 2283299"/>
              <a:gd name="connsiteX4" fmla="*/ 292137 w 3766293"/>
              <a:gd name="connsiteY4" fmla="*/ 429099 h 2283299"/>
              <a:gd name="connsiteX5" fmla="*/ 379626 w 3766293"/>
              <a:gd name="connsiteY5" fmla="*/ 316210 h 2283299"/>
              <a:gd name="connsiteX6" fmla="*/ 484049 w 3766293"/>
              <a:gd name="connsiteY6" fmla="*/ 220254 h 2283299"/>
              <a:gd name="connsiteX7" fmla="*/ 825537 w 3766293"/>
              <a:gd name="connsiteY7" fmla="*/ 155343 h 2283299"/>
              <a:gd name="connsiteX8" fmla="*/ 1457715 w 3766293"/>
              <a:gd name="connsiteY8" fmla="*/ 101721 h 2283299"/>
              <a:gd name="connsiteX9" fmla="*/ 2056026 w 3766293"/>
              <a:gd name="connsiteY9" fmla="*/ 67854 h 2283299"/>
              <a:gd name="connsiteX10" fmla="*/ 2465249 w 3766293"/>
              <a:gd name="connsiteY10" fmla="*/ 33988 h 2283299"/>
              <a:gd name="connsiteX11" fmla="*/ 2826493 w 3766293"/>
              <a:gd name="connsiteY11" fmla="*/ 19876 h 2283299"/>
              <a:gd name="connsiteX12" fmla="*/ 3475604 w 3766293"/>
              <a:gd name="connsiteY12" fmla="*/ 2943 h 2283299"/>
              <a:gd name="connsiteX13" fmla="*/ 3766293 w 3766293"/>
              <a:gd name="connsiteY13" fmla="*/ 121 h 2283299"/>
              <a:gd name="connsiteX0" fmla="*/ 7944 w 3764322"/>
              <a:gd name="connsiteY0" fmla="*/ 2283299 h 2283299"/>
              <a:gd name="connsiteX1" fmla="*/ 13589 w 3764322"/>
              <a:gd name="connsiteY1" fmla="*/ 928632 h 2283299"/>
              <a:gd name="connsiteX2" fmla="*/ 123656 w 3764322"/>
              <a:gd name="connsiteY2" fmla="*/ 700032 h 2283299"/>
              <a:gd name="connsiteX3" fmla="*/ 216789 w 3764322"/>
              <a:gd name="connsiteY3" fmla="*/ 550454 h 2283299"/>
              <a:gd name="connsiteX4" fmla="*/ 290166 w 3764322"/>
              <a:gd name="connsiteY4" fmla="*/ 429099 h 2283299"/>
              <a:gd name="connsiteX5" fmla="*/ 377655 w 3764322"/>
              <a:gd name="connsiteY5" fmla="*/ 316210 h 2283299"/>
              <a:gd name="connsiteX6" fmla="*/ 482078 w 3764322"/>
              <a:gd name="connsiteY6" fmla="*/ 220254 h 2283299"/>
              <a:gd name="connsiteX7" fmla="*/ 823566 w 3764322"/>
              <a:gd name="connsiteY7" fmla="*/ 155343 h 2283299"/>
              <a:gd name="connsiteX8" fmla="*/ 1455744 w 3764322"/>
              <a:gd name="connsiteY8" fmla="*/ 101721 h 2283299"/>
              <a:gd name="connsiteX9" fmla="*/ 2054055 w 3764322"/>
              <a:gd name="connsiteY9" fmla="*/ 67854 h 2283299"/>
              <a:gd name="connsiteX10" fmla="*/ 2463278 w 3764322"/>
              <a:gd name="connsiteY10" fmla="*/ 33988 h 2283299"/>
              <a:gd name="connsiteX11" fmla="*/ 2824522 w 3764322"/>
              <a:gd name="connsiteY11" fmla="*/ 19876 h 2283299"/>
              <a:gd name="connsiteX12" fmla="*/ 3473633 w 3764322"/>
              <a:gd name="connsiteY12" fmla="*/ 2943 h 2283299"/>
              <a:gd name="connsiteX13" fmla="*/ 3764322 w 3764322"/>
              <a:gd name="connsiteY13" fmla="*/ 121 h 2283299"/>
              <a:gd name="connsiteX0" fmla="*/ 7944 w 3764322"/>
              <a:gd name="connsiteY0" fmla="*/ 2283299 h 2283299"/>
              <a:gd name="connsiteX1" fmla="*/ 13589 w 3764322"/>
              <a:gd name="connsiteY1" fmla="*/ 928632 h 2283299"/>
              <a:gd name="connsiteX2" fmla="*/ 123656 w 3764322"/>
              <a:gd name="connsiteY2" fmla="*/ 700032 h 2283299"/>
              <a:gd name="connsiteX3" fmla="*/ 216789 w 3764322"/>
              <a:gd name="connsiteY3" fmla="*/ 550454 h 2283299"/>
              <a:gd name="connsiteX4" fmla="*/ 290166 w 3764322"/>
              <a:gd name="connsiteY4" fmla="*/ 429099 h 2283299"/>
              <a:gd name="connsiteX5" fmla="*/ 377655 w 3764322"/>
              <a:gd name="connsiteY5" fmla="*/ 316210 h 2283299"/>
              <a:gd name="connsiteX6" fmla="*/ 482078 w 3764322"/>
              <a:gd name="connsiteY6" fmla="*/ 220254 h 2283299"/>
              <a:gd name="connsiteX7" fmla="*/ 823566 w 3764322"/>
              <a:gd name="connsiteY7" fmla="*/ 155343 h 2283299"/>
              <a:gd name="connsiteX8" fmla="*/ 1455744 w 3764322"/>
              <a:gd name="connsiteY8" fmla="*/ 101721 h 2283299"/>
              <a:gd name="connsiteX9" fmla="*/ 2054055 w 3764322"/>
              <a:gd name="connsiteY9" fmla="*/ 67854 h 2283299"/>
              <a:gd name="connsiteX10" fmla="*/ 2463278 w 3764322"/>
              <a:gd name="connsiteY10" fmla="*/ 33988 h 2283299"/>
              <a:gd name="connsiteX11" fmla="*/ 2824522 w 3764322"/>
              <a:gd name="connsiteY11" fmla="*/ 19876 h 2283299"/>
              <a:gd name="connsiteX12" fmla="*/ 3473633 w 3764322"/>
              <a:gd name="connsiteY12" fmla="*/ 2943 h 2283299"/>
              <a:gd name="connsiteX13" fmla="*/ 3764322 w 3764322"/>
              <a:gd name="connsiteY13" fmla="*/ 121 h 2283299"/>
              <a:gd name="connsiteX0" fmla="*/ 19574 w 3775952"/>
              <a:gd name="connsiteY0" fmla="*/ 2283299 h 2283299"/>
              <a:gd name="connsiteX1" fmla="*/ 25219 w 3775952"/>
              <a:gd name="connsiteY1" fmla="*/ 928632 h 2283299"/>
              <a:gd name="connsiteX2" fmla="*/ 135286 w 3775952"/>
              <a:gd name="connsiteY2" fmla="*/ 700032 h 2283299"/>
              <a:gd name="connsiteX3" fmla="*/ 228419 w 3775952"/>
              <a:gd name="connsiteY3" fmla="*/ 550454 h 2283299"/>
              <a:gd name="connsiteX4" fmla="*/ 301796 w 3775952"/>
              <a:gd name="connsiteY4" fmla="*/ 429099 h 2283299"/>
              <a:gd name="connsiteX5" fmla="*/ 389285 w 3775952"/>
              <a:gd name="connsiteY5" fmla="*/ 316210 h 2283299"/>
              <a:gd name="connsiteX6" fmla="*/ 493708 w 3775952"/>
              <a:gd name="connsiteY6" fmla="*/ 220254 h 2283299"/>
              <a:gd name="connsiteX7" fmla="*/ 835196 w 3775952"/>
              <a:gd name="connsiteY7" fmla="*/ 155343 h 2283299"/>
              <a:gd name="connsiteX8" fmla="*/ 1467374 w 3775952"/>
              <a:gd name="connsiteY8" fmla="*/ 101721 h 2283299"/>
              <a:gd name="connsiteX9" fmla="*/ 2065685 w 3775952"/>
              <a:gd name="connsiteY9" fmla="*/ 67854 h 2283299"/>
              <a:gd name="connsiteX10" fmla="*/ 2474908 w 3775952"/>
              <a:gd name="connsiteY10" fmla="*/ 33988 h 2283299"/>
              <a:gd name="connsiteX11" fmla="*/ 2836152 w 3775952"/>
              <a:gd name="connsiteY11" fmla="*/ 19876 h 2283299"/>
              <a:gd name="connsiteX12" fmla="*/ 3485263 w 3775952"/>
              <a:gd name="connsiteY12" fmla="*/ 2943 h 2283299"/>
              <a:gd name="connsiteX13" fmla="*/ 3775952 w 3775952"/>
              <a:gd name="connsiteY13" fmla="*/ 121 h 2283299"/>
              <a:gd name="connsiteX0" fmla="*/ 17147 w 3773525"/>
              <a:gd name="connsiteY0" fmla="*/ 2283299 h 2283299"/>
              <a:gd name="connsiteX1" fmla="*/ 22792 w 3773525"/>
              <a:gd name="connsiteY1" fmla="*/ 928632 h 2283299"/>
              <a:gd name="connsiteX2" fmla="*/ 132859 w 3773525"/>
              <a:gd name="connsiteY2" fmla="*/ 700032 h 2283299"/>
              <a:gd name="connsiteX3" fmla="*/ 225992 w 3773525"/>
              <a:gd name="connsiteY3" fmla="*/ 550454 h 2283299"/>
              <a:gd name="connsiteX4" fmla="*/ 299369 w 3773525"/>
              <a:gd name="connsiteY4" fmla="*/ 429099 h 2283299"/>
              <a:gd name="connsiteX5" fmla="*/ 386858 w 3773525"/>
              <a:gd name="connsiteY5" fmla="*/ 316210 h 2283299"/>
              <a:gd name="connsiteX6" fmla="*/ 491281 w 3773525"/>
              <a:gd name="connsiteY6" fmla="*/ 220254 h 2283299"/>
              <a:gd name="connsiteX7" fmla="*/ 832769 w 3773525"/>
              <a:gd name="connsiteY7" fmla="*/ 155343 h 2283299"/>
              <a:gd name="connsiteX8" fmla="*/ 1464947 w 3773525"/>
              <a:gd name="connsiteY8" fmla="*/ 101721 h 2283299"/>
              <a:gd name="connsiteX9" fmla="*/ 2063258 w 3773525"/>
              <a:gd name="connsiteY9" fmla="*/ 67854 h 2283299"/>
              <a:gd name="connsiteX10" fmla="*/ 2472481 w 3773525"/>
              <a:gd name="connsiteY10" fmla="*/ 33988 h 2283299"/>
              <a:gd name="connsiteX11" fmla="*/ 2833725 w 3773525"/>
              <a:gd name="connsiteY11" fmla="*/ 19876 h 2283299"/>
              <a:gd name="connsiteX12" fmla="*/ 3482836 w 3773525"/>
              <a:gd name="connsiteY12" fmla="*/ 2943 h 2283299"/>
              <a:gd name="connsiteX13" fmla="*/ 3773525 w 3773525"/>
              <a:gd name="connsiteY13" fmla="*/ 121 h 2283299"/>
              <a:gd name="connsiteX0" fmla="*/ 8291 w 3764669"/>
              <a:gd name="connsiteY0" fmla="*/ 2283299 h 2283299"/>
              <a:gd name="connsiteX1" fmla="*/ 13936 w 3764669"/>
              <a:gd name="connsiteY1" fmla="*/ 928632 h 2283299"/>
              <a:gd name="connsiteX2" fmla="*/ 129647 w 3764669"/>
              <a:gd name="connsiteY2" fmla="*/ 685921 h 2283299"/>
              <a:gd name="connsiteX3" fmla="*/ 217136 w 3764669"/>
              <a:gd name="connsiteY3" fmla="*/ 550454 h 2283299"/>
              <a:gd name="connsiteX4" fmla="*/ 290513 w 3764669"/>
              <a:gd name="connsiteY4" fmla="*/ 429099 h 2283299"/>
              <a:gd name="connsiteX5" fmla="*/ 378002 w 3764669"/>
              <a:gd name="connsiteY5" fmla="*/ 316210 h 2283299"/>
              <a:gd name="connsiteX6" fmla="*/ 482425 w 3764669"/>
              <a:gd name="connsiteY6" fmla="*/ 220254 h 2283299"/>
              <a:gd name="connsiteX7" fmla="*/ 823913 w 3764669"/>
              <a:gd name="connsiteY7" fmla="*/ 155343 h 2283299"/>
              <a:gd name="connsiteX8" fmla="*/ 1456091 w 3764669"/>
              <a:gd name="connsiteY8" fmla="*/ 101721 h 2283299"/>
              <a:gd name="connsiteX9" fmla="*/ 2054402 w 3764669"/>
              <a:gd name="connsiteY9" fmla="*/ 67854 h 2283299"/>
              <a:gd name="connsiteX10" fmla="*/ 2463625 w 3764669"/>
              <a:gd name="connsiteY10" fmla="*/ 33988 h 2283299"/>
              <a:gd name="connsiteX11" fmla="*/ 2824869 w 3764669"/>
              <a:gd name="connsiteY11" fmla="*/ 19876 h 2283299"/>
              <a:gd name="connsiteX12" fmla="*/ 3473980 w 3764669"/>
              <a:gd name="connsiteY12" fmla="*/ 2943 h 2283299"/>
              <a:gd name="connsiteX13" fmla="*/ 3764669 w 3764669"/>
              <a:gd name="connsiteY13" fmla="*/ 121 h 2283299"/>
              <a:gd name="connsiteX0" fmla="*/ 8291 w 3764669"/>
              <a:gd name="connsiteY0" fmla="*/ 2283299 h 2283299"/>
              <a:gd name="connsiteX1" fmla="*/ 13936 w 3764669"/>
              <a:gd name="connsiteY1" fmla="*/ 928632 h 2283299"/>
              <a:gd name="connsiteX2" fmla="*/ 129647 w 3764669"/>
              <a:gd name="connsiteY2" fmla="*/ 685921 h 2283299"/>
              <a:gd name="connsiteX3" fmla="*/ 217136 w 3764669"/>
              <a:gd name="connsiteY3" fmla="*/ 550454 h 2283299"/>
              <a:gd name="connsiteX4" fmla="*/ 290513 w 3764669"/>
              <a:gd name="connsiteY4" fmla="*/ 429099 h 2283299"/>
              <a:gd name="connsiteX5" fmla="*/ 378002 w 3764669"/>
              <a:gd name="connsiteY5" fmla="*/ 316210 h 2283299"/>
              <a:gd name="connsiteX6" fmla="*/ 482425 w 3764669"/>
              <a:gd name="connsiteY6" fmla="*/ 220254 h 2283299"/>
              <a:gd name="connsiteX7" fmla="*/ 823913 w 3764669"/>
              <a:gd name="connsiteY7" fmla="*/ 155343 h 2283299"/>
              <a:gd name="connsiteX8" fmla="*/ 1456091 w 3764669"/>
              <a:gd name="connsiteY8" fmla="*/ 101721 h 2283299"/>
              <a:gd name="connsiteX9" fmla="*/ 2054402 w 3764669"/>
              <a:gd name="connsiteY9" fmla="*/ 67854 h 2283299"/>
              <a:gd name="connsiteX10" fmla="*/ 2463625 w 3764669"/>
              <a:gd name="connsiteY10" fmla="*/ 33988 h 2283299"/>
              <a:gd name="connsiteX11" fmla="*/ 2824869 w 3764669"/>
              <a:gd name="connsiteY11" fmla="*/ 19876 h 2283299"/>
              <a:gd name="connsiteX12" fmla="*/ 3473980 w 3764669"/>
              <a:gd name="connsiteY12" fmla="*/ 2943 h 2283299"/>
              <a:gd name="connsiteX13" fmla="*/ 3764669 w 3764669"/>
              <a:gd name="connsiteY13" fmla="*/ 121 h 2283299"/>
              <a:gd name="connsiteX0" fmla="*/ 28596 w 3784974"/>
              <a:gd name="connsiteY0" fmla="*/ 2283299 h 2283299"/>
              <a:gd name="connsiteX1" fmla="*/ 34241 w 3784974"/>
              <a:gd name="connsiteY1" fmla="*/ 928632 h 2283299"/>
              <a:gd name="connsiteX2" fmla="*/ 149952 w 3784974"/>
              <a:gd name="connsiteY2" fmla="*/ 685921 h 2283299"/>
              <a:gd name="connsiteX3" fmla="*/ 237441 w 3784974"/>
              <a:gd name="connsiteY3" fmla="*/ 550454 h 2283299"/>
              <a:gd name="connsiteX4" fmla="*/ 310818 w 3784974"/>
              <a:gd name="connsiteY4" fmla="*/ 429099 h 2283299"/>
              <a:gd name="connsiteX5" fmla="*/ 398307 w 3784974"/>
              <a:gd name="connsiteY5" fmla="*/ 316210 h 2283299"/>
              <a:gd name="connsiteX6" fmla="*/ 502730 w 3784974"/>
              <a:gd name="connsiteY6" fmla="*/ 220254 h 2283299"/>
              <a:gd name="connsiteX7" fmla="*/ 844218 w 3784974"/>
              <a:gd name="connsiteY7" fmla="*/ 155343 h 2283299"/>
              <a:gd name="connsiteX8" fmla="*/ 1476396 w 3784974"/>
              <a:gd name="connsiteY8" fmla="*/ 101721 h 2283299"/>
              <a:gd name="connsiteX9" fmla="*/ 2074707 w 3784974"/>
              <a:gd name="connsiteY9" fmla="*/ 67854 h 2283299"/>
              <a:gd name="connsiteX10" fmla="*/ 2483930 w 3784974"/>
              <a:gd name="connsiteY10" fmla="*/ 33988 h 2283299"/>
              <a:gd name="connsiteX11" fmla="*/ 2845174 w 3784974"/>
              <a:gd name="connsiteY11" fmla="*/ 19876 h 2283299"/>
              <a:gd name="connsiteX12" fmla="*/ 3494285 w 3784974"/>
              <a:gd name="connsiteY12" fmla="*/ 2943 h 2283299"/>
              <a:gd name="connsiteX13" fmla="*/ 3784974 w 3784974"/>
              <a:gd name="connsiteY13" fmla="*/ 121 h 2283299"/>
              <a:gd name="connsiteX0" fmla="*/ 31074 w 3787452"/>
              <a:gd name="connsiteY0" fmla="*/ 2283299 h 2283299"/>
              <a:gd name="connsiteX1" fmla="*/ 36719 w 3787452"/>
              <a:gd name="connsiteY1" fmla="*/ 928632 h 2283299"/>
              <a:gd name="connsiteX2" fmla="*/ 152430 w 3787452"/>
              <a:gd name="connsiteY2" fmla="*/ 685921 h 2283299"/>
              <a:gd name="connsiteX3" fmla="*/ 239919 w 3787452"/>
              <a:gd name="connsiteY3" fmla="*/ 550454 h 2283299"/>
              <a:gd name="connsiteX4" fmla="*/ 313296 w 3787452"/>
              <a:gd name="connsiteY4" fmla="*/ 429099 h 2283299"/>
              <a:gd name="connsiteX5" fmla="*/ 400785 w 3787452"/>
              <a:gd name="connsiteY5" fmla="*/ 316210 h 2283299"/>
              <a:gd name="connsiteX6" fmla="*/ 505208 w 3787452"/>
              <a:gd name="connsiteY6" fmla="*/ 220254 h 2283299"/>
              <a:gd name="connsiteX7" fmla="*/ 846696 w 3787452"/>
              <a:gd name="connsiteY7" fmla="*/ 155343 h 2283299"/>
              <a:gd name="connsiteX8" fmla="*/ 1478874 w 3787452"/>
              <a:gd name="connsiteY8" fmla="*/ 101721 h 2283299"/>
              <a:gd name="connsiteX9" fmla="*/ 2077185 w 3787452"/>
              <a:gd name="connsiteY9" fmla="*/ 67854 h 2283299"/>
              <a:gd name="connsiteX10" fmla="*/ 2486408 w 3787452"/>
              <a:gd name="connsiteY10" fmla="*/ 33988 h 2283299"/>
              <a:gd name="connsiteX11" fmla="*/ 2847652 w 3787452"/>
              <a:gd name="connsiteY11" fmla="*/ 19876 h 2283299"/>
              <a:gd name="connsiteX12" fmla="*/ 3496763 w 3787452"/>
              <a:gd name="connsiteY12" fmla="*/ 2943 h 2283299"/>
              <a:gd name="connsiteX13" fmla="*/ 3787452 w 3787452"/>
              <a:gd name="connsiteY13" fmla="*/ 121 h 2283299"/>
              <a:gd name="connsiteX0" fmla="*/ 25479 w 3781857"/>
              <a:gd name="connsiteY0" fmla="*/ 2283299 h 2283299"/>
              <a:gd name="connsiteX1" fmla="*/ 39590 w 3781857"/>
              <a:gd name="connsiteY1" fmla="*/ 931454 h 2283299"/>
              <a:gd name="connsiteX2" fmla="*/ 146835 w 3781857"/>
              <a:gd name="connsiteY2" fmla="*/ 685921 h 2283299"/>
              <a:gd name="connsiteX3" fmla="*/ 234324 w 3781857"/>
              <a:gd name="connsiteY3" fmla="*/ 550454 h 2283299"/>
              <a:gd name="connsiteX4" fmla="*/ 307701 w 3781857"/>
              <a:gd name="connsiteY4" fmla="*/ 429099 h 2283299"/>
              <a:gd name="connsiteX5" fmla="*/ 395190 w 3781857"/>
              <a:gd name="connsiteY5" fmla="*/ 316210 h 2283299"/>
              <a:gd name="connsiteX6" fmla="*/ 499613 w 3781857"/>
              <a:gd name="connsiteY6" fmla="*/ 220254 h 2283299"/>
              <a:gd name="connsiteX7" fmla="*/ 841101 w 3781857"/>
              <a:gd name="connsiteY7" fmla="*/ 155343 h 2283299"/>
              <a:gd name="connsiteX8" fmla="*/ 1473279 w 3781857"/>
              <a:gd name="connsiteY8" fmla="*/ 101721 h 2283299"/>
              <a:gd name="connsiteX9" fmla="*/ 2071590 w 3781857"/>
              <a:gd name="connsiteY9" fmla="*/ 67854 h 2283299"/>
              <a:gd name="connsiteX10" fmla="*/ 2480813 w 3781857"/>
              <a:gd name="connsiteY10" fmla="*/ 33988 h 2283299"/>
              <a:gd name="connsiteX11" fmla="*/ 2842057 w 3781857"/>
              <a:gd name="connsiteY11" fmla="*/ 19876 h 2283299"/>
              <a:gd name="connsiteX12" fmla="*/ 3491168 w 3781857"/>
              <a:gd name="connsiteY12" fmla="*/ 2943 h 2283299"/>
              <a:gd name="connsiteX13" fmla="*/ 3781857 w 378185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71810 h 2283299"/>
              <a:gd name="connsiteX3" fmla="*/ 213874 w 3761407"/>
              <a:gd name="connsiteY3" fmla="*/ 550454 h 2283299"/>
              <a:gd name="connsiteX4" fmla="*/ 287251 w 3761407"/>
              <a:gd name="connsiteY4" fmla="*/ 429099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71810 h 2283299"/>
              <a:gd name="connsiteX3" fmla="*/ 213874 w 3761407"/>
              <a:gd name="connsiteY3" fmla="*/ 550454 h 2283299"/>
              <a:gd name="connsiteX4" fmla="*/ 287251 w 3761407"/>
              <a:gd name="connsiteY4" fmla="*/ 429099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16028 w 3772406"/>
              <a:gd name="connsiteY0" fmla="*/ 2283299 h 2283299"/>
              <a:gd name="connsiteX1" fmla="*/ 30139 w 3772406"/>
              <a:gd name="connsiteY1" fmla="*/ 931454 h 2283299"/>
              <a:gd name="connsiteX2" fmla="*/ 137384 w 3772406"/>
              <a:gd name="connsiteY2" fmla="*/ 671810 h 2283299"/>
              <a:gd name="connsiteX3" fmla="*/ 224873 w 3772406"/>
              <a:gd name="connsiteY3" fmla="*/ 550454 h 2283299"/>
              <a:gd name="connsiteX4" fmla="*/ 298250 w 3772406"/>
              <a:gd name="connsiteY4" fmla="*/ 429099 h 2283299"/>
              <a:gd name="connsiteX5" fmla="*/ 385739 w 3772406"/>
              <a:gd name="connsiteY5" fmla="*/ 316210 h 2283299"/>
              <a:gd name="connsiteX6" fmla="*/ 490162 w 3772406"/>
              <a:gd name="connsiteY6" fmla="*/ 220254 h 2283299"/>
              <a:gd name="connsiteX7" fmla="*/ 831650 w 3772406"/>
              <a:gd name="connsiteY7" fmla="*/ 155343 h 2283299"/>
              <a:gd name="connsiteX8" fmla="*/ 1463828 w 3772406"/>
              <a:gd name="connsiteY8" fmla="*/ 101721 h 2283299"/>
              <a:gd name="connsiteX9" fmla="*/ 2062139 w 3772406"/>
              <a:gd name="connsiteY9" fmla="*/ 67854 h 2283299"/>
              <a:gd name="connsiteX10" fmla="*/ 2471362 w 3772406"/>
              <a:gd name="connsiteY10" fmla="*/ 33988 h 2283299"/>
              <a:gd name="connsiteX11" fmla="*/ 2832606 w 3772406"/>
              <a:gd name="connsiteY11" fmla="*/ 19876 h 2283299"/>
              <a:gd name="connsiteX12" fmla="*/ 3481717 w 3772406"/>
              <a:gd name="connsiteY12" fmla="*/ 2943 h 2283299"/>
              <a:gd name="connsiteX13" fmla="*/ 3772406 w 3772406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13874 w 3761407"/>
              <a:gd name="connsiteY3" fmla="*/ 550454 h 2283299"/>
              <a:gd name="connsiteX4" fmla="*/ 287251 w 3761407"/>
              <a:gd name="connsiteY4" fmla="*/ 429099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87251 w 3761407"/>
              <a:gd name="connsiteY4" fmla="*/ 429099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03640 w 3761407"/>
              <a:gd name="connsiteY7" fmla="*/ 152521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03640 w 3761407"/>
              <a:gd name="connsiteY7" fmla="*/ 152521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03640 w 3761407"/>
              <a:gd name="connsiteY7" fmla="*/ 152521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7446 w 3763824"/>
              <a:gd name="connsiteY0" fmla="*/ 2283299 h 2283299"/>
              <a:gd name="connsiteX1" fmla="*/ 21557 w 3763824"/>
              <a:gd name="connsiteY1" fmla="*/ 931454 h 2283299"/>
              <a:gd name="connsiteX2" fmla="*/ 128802 w 3763824"/>
              <a:gd name="connsiteY2" fmla="*/ 649232 h 2283299"/>
              <a:gd name="connsiteX3" fmla="*/ 204951 w 3763824"/>
              <a:gd name="connsiteY3" fmla="*/ 522232 h 2283299"/>
              <a:gd name="connsiteX4" fmla="*/ 281163 w 3763824"/>
              <a:gd name="connsiteY4" fmla="*/ 409343 h 2283299"/>
              <a:gd name="connsiteX5" fmla="*/ 365818 w 3763824"/>
              <a:gd name="connsiteY5" fmla="*/ 304921 h 2283299"/>
              <a:gd name="connsiteX6" fmla="*/ 481580 w 3763824"/>
              <a:gd name="connsiteY6" fmla="*/ 206142 h 2283299"/>
              <a:gd name="connsiteX7" fmla="*/ 806057 w 3763824"/>
              <a:gd name="connsiteY7" fmla="*/ 152521 h 2283299"/>
              <a:gd name="connsiteX8" fmla="*/ 1455246 w 3763824"/>
              <a:gd name="connsiteY8" fmla="*/ 101721 h 2283299"/>
              <a:gd name="connsiteX9" fmla="*/ 2053557 w 3763824"/>
              <a:gd name="connsiteY9" fmla="*/ 67854 h 2283299"/>
              <a:gd name="connsiteX10" fmla="*/ 2462780 w 3763824"/>
              <a:gd name="connsiteY10" fmla="*/ 33988 h 2283299"/>
              <a:gd name="connsiteX11" fmla="*/ 2824024 w 3763824"/>
              <a:gd name="connsiteY11" fmla="*/ 19876 h 2283299"/>
              <a:gd name="connsiteX12" fmla="*/ 3473135 w 3763824"/>
              <a:gd name="connsiteY12" fmla="*/ 2943 h 2283299"/>
              <a:gd name="connsiteX13" fmla="*/ 3763824 w 3763824"/>
              <a:gd name="connsiteY13" fmla="*/ 121 h 2283299"/>
              <a:gd name="connsiteX0" fmla="*/ 7446 w 3763824"/>
              <a:gd name="connsiteY0" fmla="*/ 2283299 h 2283299"/>
              <a:gd name="connsiteX1" fmla="*/ 21557 w 3763824"/>
              <a:gd name="connsiteY1" fmla="*/ 931454 h 2283299"/>
              <a:gd name="connsiteX2" fmla="*/ 128802 w 3763824"/>
              <a:gd name="connsiteY2" fmla="*/ 649232 h 2283299"/>
              <a:gd name="connsiteX3" fmla="*/ 186642 w 3763824"/>
              <a:gd name="connsiteY3" fmla="*/ 510081 h 2283299"/>
              <a:gd name="connsiteX4" fmla="*/ 281163 w 3763824"/>
              <a:gd name="connsiteY4" fmla="*/ 409343 h 2283299"/>
              <a:gd name="connsiteX5" fmla="*/ 365818 w 3763824"/>
              <a:gd name="connsiteY5" fmla="*/ 304921 h 2283299"/>
              <a:gd name="connsiteX6" fmla="*/ 481580 w 3763824"/>
              <a:gd name="connsiteY6" fmla="*/ 206142 h 2283299"/>
              <a:gd name="connsiteX7" fmla="*/ 806057 w 3763824"/>
              <a:gd name="connsiteY7" fmla="*/ 152521 h 2283299"/>
              <a:gd name="connsiteX8" fmla="*/ 1455246 w 3763824"/>
              <a:gd name="connsiteY8" fmla="*/ 101721 h 2283299"/>
              <a:gd name="connsiteX9" fmla="*/ 2053557 w 3763824"/>
              <a:gd name="connsiteY9" fmla="*/ 67854 h 2283299"/>
              <a:gd name="connsiteX10" fmla="*/ 2462780 w 3763824"/>
              <a:gd name="connsiteY10" fmla="*/ 33988 h 2283299"/>
              <a:gd name="connsiteX11" fmla="*/ 2824024 w 3763824"/>
              <a:gd name="connsiteY11" fmla="*/ 19876 h 2283299"/>
              <a:gd name="connsiteX12" fmla="*/ 3473135 w 3763824"/>
              <a:gd name="connsiteY12" fmla="*/ 2943 h 2283299"/>
              <a:gd name="connsiteX13" fmla="*/ 3763824 w 3763824"/>
              <a:gd name="connsiteY13" fmla="*/ 121 h 2283299"/>
              <a:gd name="connsiteX0" fmla="*/ 7446 w 3763824"/>
              <a:gd name="connsiteY0" fmla="*/ 2283299 h 2283299"/>
              <a:gd name="connsiteX1" fmla="*/ 21557 w 3763824"/>
              <a:gd name="connsiteY1" fmla="*/ 931454 h 2283299"/>
              <a:gd name="connsiteX2" fmla="*/ 128802 w 3763824"/>
              <a:gd name="connsiteY2" fmla="*/ 649232 h 2283299"/>
              <a:gd name="connsiteX3" fmla="*/ 186642 w 3763824"/>
              <a:gd name="connsiteY3" fmla="*/ 510081 h 2283299"/>
              <a:gd name="connsiteX4" fmla="*/ 268957 w 3763824"/>
              <a:gd name="connsiteY4" fmla="*/ 388077 h 2283299"/>
              <a:gd name="connsiteX5" fmla="*/ 365818 w 3763824"/>
              <a:gd name="connsiteY5" fmla="*/ 304921 h 2283299"/>
              <a:gd name="connsiteX6" fmla="*/ 481580 w 3763824"/>
              <a:gd name="connsiteY6" fmla="*/ 206142 h 2283299"/>
              <a:gd name="connsiteX7" fmla="*/ 806057 w 3763824"/>
              <a:gd name="connsiteY7" fmla="*/ 152521 h 2283299"/>
              <a:gd name="connsiteX8" fmla="*/ 1455246 w 3763824"/>
              <a:gd name="connsiteY8" fmla="*/ 101721 h 2283299"/>
              <a:gd name="connsiteX9" fmla="*/ 2053557 w 3763824"/>
              <a:gd name="connsiteY9" fmla="*/ 67854 h 2283299"/>
              <a:gd name="connsiteX10" fmla="*/ 2462780 w 3763824"/>
              <a:gd name="connsiteY10" fmla="*/ 33988 h 2283299"/>
              <a:gd name="connsiteX11" fmla="*/ 2824024 w 3763824"/>
              <a:gd name="connsiteY11" fmla="*/ 19876 h 2283299"/>
              <a:gd name="connsiteX12" fmla="*/ 3473135 w 3763824"/>
              <a:gd name="connsiteY12" fmla="*/ 2943 h 2283299"/>
              <a:gd name="connsiteX13" fmla="*/ 3763824 w 3763824"/>
              <a:gd name="connsiteY13" fmla="*/ 121 h 2283299"/>
              <a:gd name="connsiteX0" fmla="*/ 7446 w 3763824"/>
              <a:gd name="connsiteY0" fmla="*/ 2283299 h 2283299"/>
              <a:gd name="connsiteX1" fmla="*/ 21557 w 3763824"/>
              <a:gd name="connsiteY1" fmla="*/ 931454 h 2283299"/>
              <a:gd name="connsiteX2" fmla="*/ 128802 w 3763824"/>
              <a:gd name="connsiteY2" fmla="*/ 649232 h 2283299"/>
              <a:gd name="connsiteX3" fmla="*/ 186642 w 3763824"/>
              <a:gd name="connsiteY3" fmla="*/ 510081 h 2283299"/>
              <a:gd name="connsiteX4" fmla="*/ 268957 w 3763824"/>
              <a:gd name="connsiteY4" fmla="*/ 388077 h 2283299"/>
              <a:gd name="connsiteX5" fmla="*/ 347507 w 3763824"/>
              <a:gd name="connsiteY5" fmla="*/ 307959 h 2283299"/>
              <a:gd name="connsiteX6" fmla="*/ 481580 w 3763824"/>
              <a:gd name="connsiteY6" fmla="*/ 206142 h 2283299"/>
              <a:gd name="connsiteX7" fmla="*/ 806057 w 3763824"/>
              <a:gd name="connsiteY7" fmla="*/ 152521 h 2283299"/>
              <a:gd name="connsiteX8" fmla="*/ 1455246 w 3763824"/>
              <a:gd name="connsiteY8" fmla="*/ 101721 h 2283299"/>
              <a:gd name="connsiteX9" fmla="*/ 2053557 w 3763824"/>
              <a:gd name="connsiteY9" fmla="*/ 67854 h 2283299"/>
              <a:gd name="connsiteX10" fmla="*/ 2462780 w 3763824"/>
              <a:gd name="connsiteY10" fmla="*/ 33988 h 2283299"/>
              <a:gd name="connsiteX11" fmla="*/ 2824024 w 3763824"/>
              <a:gd name="connsiteY11" fmla="*/ 19876 h 2283299"/>
              <a:gd name="connsiteX12" fmla="*/ 3473135 w 3763824"/>
              <a:gd name="connsiteY12" fmla="*/ 2943 h 2283299"/>
              <a:gd name="connsiteX13" fmla="*/ 3763824 w 3763824"/>
              <a:gd name="connsiteY13" fmla="*/ 121 h 2283299"/>
              <a:gd name="connsiteX0" fmla="*/ 4355 w 3760733"/>
              <a:gd name="connsiteY0" fmla="*/ 2283299 h 2283299"/>
              <a:gd name="connsiteX1" fmla="*/ 18466 w 3760733"/>
              <a:gd name="connsiteY1" fmla="*/ 931454 h 2283299"/>
              <a:gd name="connsiteX2" fmla="*/ 107401 w 3760733"/>
              <a:gd name="connsiteY2" fmla="*/ 646194 h 2283299"/>
              <a:gd name="connsiteX3" fmla="*/ 183551 w 3760733"/>
              <a:gd name="connsiteY3" fmla="*/ 510081 h 2283299"/>
              <a:gd name="connsiteX4" fmla="*/ 265866 w 3760733"/>
              <a:gd name="connsiteY4" fmla="*/ 388077 h 2283299"/>
              <a:gd name="connsiteX5" fmla="*/ 344416 w 3760733"/>
              <a:gd name="connsiteY5" fmla="*/ 307959 h 2283299"/>
              <a:gd name="connsiteX6" fmla="*/ 478489 w 3760733"/>
              <a:gd name="connsiteY6" fmla="*/ 206142 h 2283299"/>
              <a:gd name="connsiteX7" fmla="*/ 802966 w 3760733"/>
              <a:gd name="connsiteY7" fmla="*/ 152521 h 2283299"/>
              <a:gd name="connsiteX8" fmla="*/ 1452155 w 3760733"/>
              <a:gd name="connsiteY8" fmla="*/ 101721 h 2283299"/>
              <a:gd name="connsiteX9" fmla="*/ 2050466 w 3760733"/>
              <a:gd name="connsiteY9" fmla="*/ 67854 h 2283299"/>
              <a:gd name="connsiteX10" fmla="*/ 2459689 w 3760733"/>
              <a:gd name="connsiteY10" fmla="*/ 33988 h 2283299"/>
              <a:gd name="connsiteX11" fmla="*/ 2820933 w 3760733"/>
              <a:gd name="connsiteY11" fmla="*/ 19876 h 2283299"/>
              <a:gd name="connsiteX12" fmla="*/ 3470044 w 3760733"/>
              <a:gd name="connsiteY12" fmla="*/ 2943 h 2283299"/>
              <a:gd name="connsiteX13" fmla="*/ 3760733 w 3760733"/>
              <a:gd name="connsiteY13" fmla="*/ 121 h 2283299"/>
              <a:gd name="connsiteX0" fmla="*/ 4355 w 3760733"/>
              <a:gd name="connsiteY0" fmla="*/ 2283299 h 2283299"/>
              <a:gd name="connsiteX1" fmla="*/ 18466 w 3760733"/>
              <a:gd name="connsiteY1" fmla="*/ 931454 h 2283299"/>
              <a:gd name="connsiteX2" fmla="*/ 107401 w 3760733"/>
              <a:gd name="connsiteY2" fmla="*/ 646194 h 2283299"/>
              <a:gd name="connsiteX3" fmla="*/ 183551 w 3760733"/>
              <a:gd name="connsiteY3" fmla="*/ 510081 h 2283299"/>
              <a:gd name="connsiteX4" fmla="*/ 265866 w 3760733"/>
              <a:gd name="connsiteY4" fmla="*/ 388077 h 2283299"/>
              <a:gd name="connsiteX5" fmla="*/ 344416 w 3760733"/>
              <a:gd name="connsiteY5" fmla="*/ 307959 h 2283299"/>
              <a:gd name="connsiteX6" fmla="*/ 478489 w 3760733"/>
              <a:gd name="connsiteY6" fmla="*/ 206142 h 2283299"/>
              <a:gd name="connsiteX7" fmla="*/ 802966 w 3760733"/>
              <a:gd name="connsiteY7" fmla="*/ 152521 h 2283299"/>
              <a:gd name="connsiteX8" fmla="*/ 1452155 w 3760733"/>
              <a:gd name="connsiteY8" fmla="*/ 101721 h 2283299"/>
              <a:gd name="connsiteX9" fmla="*/ 2050466 w 3760733"/>
              <a:gd name="connsiteY9" fmla="*/ 67854 h 2283299"/>
              <a:gd name="connsiteX10" fmla="*/ 2459689 w 3760733"/>
              <a:gd name="connsiteY10" fmla="*/ 33988 h 2283299"/>
              <a:gd name="connsiteX11" fmla="*/ 2820933 w 3760733"/>
              <a:gd name="connsiteY11" fmla="*/ 19876 h 2283299"/>
              <a:gd name="connsiteX12" fmla="*/ 3470044 w 3760733"/>
              <a:gd name="connsiteY12" fmla="*/ 2943 h 2283299"/>
              <a:gd name="connsiteX13" fmla="*/ 3760733 w 3760733"/>
              <a:gd name="connsiteY13" fmla="*/ 121 h 2283299"/>
              <a:gd name="connsiteX0" fmla="*/ 10924 w 3767302"/>
              <a:gd name="connsiteY0" fmla="*/ 2283299 h 2283299"/>
              <a:gd name="connsiteX1" fmla="*/ 25035 w 3767302"/>
              <a:gd name="connsiteY1" fmla="*/ 931454 h 2283299"/>
              <a:gd name="connsiteX2" fmla="*/ 113970 w 3767302"/>
              <a:gd name="connsiteY2" fmla="*/ 646194 h 2283299"/>
              <a:gd name="connsiteX3" fmla="*/ 190120 w 3767302"/>
              <a:gd name="connsiteY3" fmla="*/ 510081 h 2283299"/>
              <a:gd name="connsiteX4" fmla="*/ 272435 w 3767302"/>
              <a:gd name="connsiteY4" fmla="*/ 388077 h 2283299"/>
              <a:gd name="connsiteX5" fmla="*/ 350985 w 3767302"/>
              <a:gd name="connsiteY5" fmla="*/ 307959 h 2283299"/>
              <a:gd name="connsiteX6" fmla="*/ 485058 w 3767302"/>
              <a:gd name="connsiteY6" fmla="*/ 206142 h 2283299"/>
              <a:gd name="connsiteX7" fmla="*/ 809535 w 3767302"/>
              <a:gd name="connsiteY7" fmla="*/ 152521 h 2283299"/>
              <a:gd name="connsiteX8" fmla="*/ 1458724 w 3767302"/>
              <a:gd name="connsiteY8" fmla="*/ 101721 h 2283299"/>
              <a:gd name="connsiteX9" fmla="*/ 2057035 w 3767302"/>
              <a:gd name="connsiteY9" fmla="*/ 67854 h 2283299"/>
              <a:gd name="connsiteX10" fmla="*/ 2466258 w 3767302"/>
              <a:gd name="connsiteY10" fmla="*/ 33988 h 2283299"/>
              <a:gd name="connsiteX11" fmla="*/ 2827502 w 3767302"/>
              <a:gd name="connsiteY11" fmla="*/ 19876 h 2283299"/>
              <a:gd name="connsiteX12" fmla="*/ 3476613 w 3767302"/>
              <a:gd name="connsiteY12" fmla="*/ 2943 h 2283299"/>
              <a:gd name="connsiteX13" fmla="*/ 3767302 w 3767302"/>
              <a:gd name="connsiteY13" fmla="*/ 121 h 2283299"/>
              <a:gd name="connsiteX0" fmla="*/ 10924 w 3767302"/>
              <a:gd name="connsiteY0" fmla="*/ 2283299 h 2283299"/>
              <a:gd name="connsiteX1" fmla="*/ 25035 w 3767302"/>
              <a:gd name="connsiteY1" fmla="*/ 931454 h 2283299"/>
              <a:gd name="connsiteX2" fmla="*/ 113970 w 3767302"/>
              <a:gd name="connsiteY2" fmla="*/ 646194 h 2283299"/>
              <a:gd name="connsiteX3" fmla="*/ 190120 w 3767302"/>
              <a:gd name="connsiteY3" fmla="*/ 510081 h 2283299"/>
              <a:gd name="connsiteX4" fmla="*/ 272435 w 3767302"/>
              <a:gd name="connsiteY4" fmla="*/ 388077 h 2283299"/>
              <a:gd name="connsiteX5" fmla="*/ 350985 w 3767302"/>
              <a:gd name="connsiteY5" fmla="*/ 307959 h 2283299"/>
              <a:gd name="connsiteX6" fmla="*/ 485058 w 3767302"/>
              <a:gd name="connsiteY6" fmla="*/ 206142 h 2283299"/>
              <a:gd name="connsiteX7" fmla="*/ 809535 w 3767302"/>
              <a:gd name="connsiteY7" fmla="*/ 152521 h 2283299"/>
              <a:gd name="connsiteX8" fmla="*/ 1458724 w 3767302"/>
              <a:gd name="connsiteY8" fmla="*/ 101721 h 2283299"/>
              <a:gd name="connsiteX9" fmla="*/ 2057035 w 3767302"/>
              <a:gd name="connsiteY9" fmla="*/ 67854 h 2283299"/>
              <a:gd name="connsiteX10" fmla="*/ 2466258 w 3767302"/>
              <a:gd name="connsiteY10" fmla="*/ 33988 h 2283299"/>
              <a:gd name="connsiteX11" fmla="*/ 2827502 w 3767302"/>
              <a:gd name="connsiteY11" fmla="*/ 19876 h 2283299"/>
              <a:gd name="connsiteX12" fmla="*/ 3476613 w 3767302"/>
              <a:gd name="connsiteY12" fmla="*/ 2943 h 2283299"/>
              <a:gd name="connsiteX13" fmla="*/ 3767302 w 3767302"/>
              <a:gd name="connsiteY13" fmla="*/ 121 h 2283299"/>
              <a:gd name="connsiteX0" fmla="*/ 10924 w 3767302"/>
              <a:gd name="connsiteY0" fmla="*/ 2283299 h 2283299"/>
              <a:gd name="connsiteX1" fmla="*/ 25035 w 3767302"/>
              <a:gd name="connsiteY1" fmla="*/ 931454 h 2283299"/>
              <a:gd name="connsiteX2" fmla="*/ 113970 w 3767302"/>
              <a:gd name="connsiteY2" fmla="*/ 646194 h 2283299"/>
              <a:gd name="connsiteX3" fmla="*/ 190120 w 3767302"/>
              <a:gd name="connsiteY3" fmla="*/ 510081 h 2283299"/>
              <a:gd name="connsiteX4" fmla="*/ 272435 w 3767302"/>
              <a:gd name="connsiteY4" fmla="*/ 388077 h 2283299"/>
              <a:gd name="connsiteX5" fmla="*/ 350985 w 3767302"/>
              <a:gd name="connsiteY5" fmla="*/ 307959 h 2283299"/>
              <a:gd name="connsiteX6" fmla="*/ 485058 w 3767302"/>
              <a:gd name="connsiteY6" fmla="*/ 206142 h 2283299"/>
              <a:gd name="connsiteX7" fmla="*/ 809535 w 3767302"/>
              <a:gd name="connsiteY7" fmla="*/ 152521 h 2283299"/>
              <a:gd name="connsiteX8" fmla="*/ 1458724 w 3767302"/>
              <a:gd name="connsiteY8" fmla="*/ 101721 h 2283299"/>
              <a:gd name="connsiteX9" fmla="*/ 2057035 w 3767302"/>
              <a:gd name="connsiteY9" fmla="*/ 67854 h 2283299"/>
              <a:gd name="connsiteX10" fmla="*/ 2466258 w 3767302"/>
              <a:gd name="connsiteY10" fmla="*/ 33988 h 2283299"/>
              <a:gd name="connsiteX11" fmla="*/ 2827502 w 3767302"/>
              <a:gd name="connsiteY11" fmla="*/ 19876 h 2283299"/>
              <a:gd name="connsiteX12" fmla="*/ 3476613 w 3767302"/>
              <a:gd name="connsiteY12" fmla="*/ 2943 h 2283299"/>
              <a:gd name="connsiteX13" fmla="*/ 3767302 w 3767302"/>
              <a:gd name="connsiteY13" fmla="*/ 121 h 2283299"/>
              <a:gd name="connsiteX0" fmla="*/ 10924 w 3767302"/>
              <a:gd name="connsiteY0" fmla="*/ 2283299 h 2283299"/>
              <a:gd name="connsiteX1" fmla="*/ 25035 w 3767302"/>
              <a:gd name="connsiteY1" fmla="*/ 931454 h 2283299"/>
              <a:gd name="connsiteX2" fmla="*/ 113970 w 3767302"/>
              <a:gd name="connsiteY2" fmla="*/ 646194 h 2283299"/>
              <a:gd name="connsiteX3" fmla="*/ 190120 w 3767302"/>
              <a:gd name="connsiteY3" fmla="*/ 510081 h 2283299"/>
              <a:gd name="connsiteX4" fmla="*/ 272435 w 3767302"/>
              <a:gd name="connsiteY4" fmla="*/ 388077 h 2283299"/>
              <a:gd name="connsiteX5" fmla="*/ 344881 w 3767302"/>
              <a:gd name="connsiteY5" fmla="*/ 301883 h 2283299"/>
              <a:gd name="connsiteX6" fmla="*/ 485058 w 3767302"/>
              <a:gd name="connsiteY6" fmla="*/ 206142 h 2283299"/>
              <a:gd name="connsiteX7" fmla="*/ 809535 w 3767302"/>
              <a:gd name="connsiteY7" fmla="*/ 152521 h 2283299"/>
              <a:gd name="connsiteX8" fmla="*/ 1458724 w 3767302"/>
              <a:gd name="connsiteY8" fmla="*/ 101721 h 2283299"/>
              <a:gd name="connsiteX9" fmla="*/ 2057035 w 3767302"/>
              <a:gd name="connsiteY9" fmla="*/ 67854 h 2283299"/>
              <a:gd name="connsiteX10" fmla="*/ 2466258 w 3767302"/>
              <a:gd name="connsiteY10" fmla="*/ 33988 h 2283299"/>
              <a:gd name="connsiteX11" fmla="*/ 2827502 w 3767302"/>
              <a:gd name="connsiteY11" fmla="*/ 19876 h 2283299"/>
              <a:gd name="connsiteX12" fmla="*/ 3476613 w 3767302"/>
              <a:gd name="connsiteY12" fmla="*/ 2943 h 2283299"/>
              <a:gd name="connsiteX13" fmla="*/ 3767302 w 3767302"/>
              <a:gd name="connsiteY13" fmla="*/ 121 h 2283299"/>
              <a:gd name="connsiteX0" fmla="*/ 1983 w 3781913"/>
              <a:gd name="connsiteY0" fmla="*/ 2283299 h 2283299"/>
              <a:gd name="connsiteX1" fmla="*/ 39646 w 3781913"/>
              <a:gd name="connsiteY1" fmla="*/ 931454 h 2283299"/>
              <a:gd name="connsiteX2" fmla="*/ 128581 w 3781913"/>
              <a:gd name="connsiteY2" fmla="*/ 646194 h 2283299"/>
              <a:gd name="connsiteX3" fmla="*/ 204731 w 3781913"/>
              <a:gd name="connsiteY3" fmla="*/ 510081 h 2283299"/>
              <a:gd name="connsiteX4" fmla="*/ 287046 w 3781913"/>
              <a:gd name="connsiteY4" fmla="*/ 388077 h 2283299"/>
              <a:gd name="connsiteX5" fmla="*/ 359492 w 3781913"/>
              <a:gd name="connsiteY5" fmla="*/ 301883 h 2283299"/>
              <a:gd name="connsiteX6" fmla="*/ 499669 w 3781913"/>
              <a:gd name="connsiteY6" fmla="*/ 206142 h 2283299"/>
              <a:gd name="connsiteX7" fmla="*/ 824146 w 3781913"/>
              <a:gd name="connsiteY7" fmla="*/ 152521 h 2283299"/>
              <a:gd name="connsiteX8" fmla="*/ 1473335 w 3781913"/>
              <a:gd name="connsiteY8" fmla="*/ 101721 h 2283299"/>
              <a:gd name="connsiteX9" fmla="*/ 2071646 w 3781913"/>
              <a:gd name="connsiteY9" fmla="*/ 67854 h 2283299"/>
              <a:gd name="connsiteX10" fmla="*/ 2480869 w 3781913"/>
              <a:gd name="connsiteY10" fmla="*/ 33988 h 2283299"/>
              <a:gd name="connsiteX11" fmla="*/ 2842113 w 3781913"/>
              <a:gd name="connsiteY11" fmla="*/ 19876 h 2283299"/>
              <a:gd name="connsiteX12" fmla="*/ 3491224 w 3781913"/>
              <a:gd name="connsiteY12" fmla="*/ 2943 h 2283299"/>
              <a:gd name="connsiteX13" fmla="*/ 3781913 w 3781913"/>
              <a:gd name="connsiteY13" fmla="*/ 121 h 2283299"/>
              <a:gd name="connsiteX0" fmla="*/ 1937 w 3781867"/>
              <a:gd name="connsiteY0" fmla="*/ 2283299 h 2283299"/>
              <a:gd name="connsiteX1" fmla="*/ 39600 w 3781867"/>
              <a:gd name="connsiteY1" fmla="*/ 931454 h 2283299"/>
              <a:gd name="connsiteX2" fmla="*/ 123164 w 3781867"/>
              <a:gd name="connsiteY2" fmla="*/ 632825 h 2283299"/>
              <a:gd name="connsiteX3" fmla="*/ 204685 w 3781867"/>
              <a:gd name="connsiteY3" fmla="*/ 510081 h 2283299"/>
              <a:gd name="connsiteX4" fmla="*/ 287000 w 3781867"/>
              <a:gd name="connsiteY4" fmla="*/ 388077 h 2283299"/>
              <a:gd name="connsiteX5" fmla="*/ 359446 w 3781867"/>
              <a:gd name="connsiteY5" fmla="*/ 301883 h 2283299"/>
              <a:gd name="connsiteX6" fmla="*/ 499623 w 3781867"/>
              <a:gd name="connsiteY6" fmla="*/ 206142 h 2283299"/>
              <a:gd name="connsiteX7" fmla="*/ 824100 w 3781867"/>
              <a:gd name="connsiteY7" fmla="*/ 152521 h 2283299"/>
              <a:gd name="connsiteX8" fmla="*/ 1473289 w 3781867"/>
              <a:gd name="connsiteY8" fmla="*/ 101721 h 2283299"/>
              <a:gd name="connsiteX9" fmla="*/ 2071600 w 3781867"/>
              <a:gd name="connsiteY9" fmla="*/ 67854 h 2283299"/>
              <a:gd name="connsiteX10" fmla="*/ 2480823 w 3781867"/>
              <a:gd name="connsiteY10" fmla="*/ 33988 h 2283299"/>
              <a:gd name="connsiteX11" fmla="*/ 2842067 w 3781867"/>
              <a:gd name="connsiteY11" fmla="*/ 19876 h 2283299"/>
              <a:gd name="connsiteX12" fmla="*/ 3491178 w 3781867"/>
              <a:gd name="connsiteY12" fmla="*/ 2943 h 2283299"/>
              <a:gd name="connsiteX13" fmla="*/ 3781867 w 3781867"/>
              <a:gd name="connsiteY13" fmla="*/ 121 h 2283299"/>
              <a:gd name="connsiteX0" fmla="*/ 1937 w 3781867"/>
              <a:gd name="connsiteY0" fmla="*/ 2283299 h 2283299"/>
              <a:gd name="connsiteX1" fmla="*/ 39600 w 3781867"/>
              <a:gd name="connsiteY1" fmla="*/ 931454 h 2283299"/>
              <a:gd name="connsiteX2" fmla="*/ 123164 w 3781867"/>
              <a:gd name="connsiteY2" fmla="*/ 632825 h 2283299"/>
              <a:gd name="connsiteX3" fmla="*/ 204685 w 3781867"/>
              <a:gd name="connsiteY3" fmla="*/ 510081 h 2283299"/>
              <a:gd name="connsiteX4" fmla="*/ 287000 w 3781867"/>
              <a:gd name="connsiteY4" fmla="*/ 388077 h 2283299"/>
              <a:gd name="connsiteX5" fmla="*/ 359446 w 3781867"/>
              <a:gd name="connsiteY5" fmla="*/ 301883 h 2283299"/>
              <a:gd name="connsiteX6" fmla="*/ 499623 w 3781867"/>
              <a:gd name="connsiteY6" fmla="*/ 206142 h 2283299"/>
              <a:gd name="connsiteX7" fmla="*/ 824100 w 3781867"/>
              <a:gd name="connsiteY7" fmla="*/ 152521 h 2283299"/>
              <a:gd name="connsiteX8" fmla="*/ 1473289 w 3781867"/>
              <a:gd name="connsiteY8" fmla="*/ 101721 h 2283299"/>
              <a:gd name="connsiteX9" fmla="*/ 2071600 w 3781867"/>
              <a:gd name="connsiteY9" fmla="*/ 67854 h 2283299"/>
              <a:gd name="connsiteX10" fmla="*/ 2480823 w 3781867"/>
              <a:gd name="connsiteY10" fmla="*/ 33988 h 2283299"/>
              <a:gd name="connsiteX11" fmla="*/ 2842067 w 3781867"/>
              <a:gd name="connsiteY11" fmla="*/ 19876 h 2283299"/>
              <a:gd name="connsiteX12" fmla="*/ 3491178 w 3781867"/>
              <a:gd name="connsiteY12" fmla="*/ 2943 h 2283299"/>
              <a:gd name="connsiteX13" fmla="*/ 3781867 w 3781867"/>
              <a:gd name="connsiteY13" fmla="*/ 121 h 2283299"/>
              <a:gd name="connsiteX0" fmla="*/ 1937 w 3781867"/>
              <a:gd name="connsiteY0" fmla="*/ 2283299 h 2283299"/>
              <a:gd name="connsiteX1" fmla="*/ 39600 w 3781867"/>
              <a:gd name="connsiteY1" fmla="*/ 931454 h 2283299"/>
              <a:gd name="connsiteX2" fmla="*/ 123164 w 3781867"/>
              <a:gd name="connsiteY2" fmla="*/ 632825 h 2283299"/>
              <a:gd name="connsiteX3" fmla="*/ 204685 w 3781867"/>
              <a:gd name="connsiteY3" fmla="*/ 510081 h 2283299"/>
              <a:gd name="connsiteX4" fmla="*/ 287000 w 3781867"/>
              <a:gd name="connsiteY4" fmla="*/ 388077 h 2283299"/>
              <a:gd name="connsiteX5" fmla="*/ 359446 w 3781867"/>
              <a:gd name="connsiteY5" fmla="*/ 301883 h 2283299"/>
              <a:gd name="connsiteX6" fmla="*/ 499623 w 3781867"/>
              <a:gd name="connsiteY6" fmla="*/ 206142 h 2283299"/>
              <a:gd name="connsiteX7" fmla="*/ 824100 w 3781867"/>
              <a:gd name="connsiteY7" fmla="*/ 152521 h 2283299"/>
              <a:gd name="connsiteX8" fmla="*/ 1473289 w 3781867"/>
              <a:gd name="connsiteY8" fmla="*/ 101721 h 2283299"/>
              <a:gd name="connsiteX9" fmla="*/ 2071600 w 3781867"/>
              <a:gd name="connsiteY9" fmla="*/ 67854 h 2283299"/>
              <a:gd name="connsiteX10" fmla="*/ 2480823 w 3781867"/>
              <a:gd name="connsiteY10" fmla="*/ 33988 h 2283299"/>
              <a:gd name="connsiteX11" fmla="*/ 2842067 w 3781867"/>
              <a:gd name="connsiteY11" fmla="*/ 19876 h 2283299"/>
              <a:gd name="connsiteX12" fmla="*/ 3491178 w 3781867"/>
              <a:gd name="connsiteY12" fmla="*/ 2943 h 2283299"/>
              <a:gd name="connsiteX13" fmla="*/ 3781867 w 3781867"/>
              <a:gd name="connsiteY13" fmla="*/ 121 h 2283299"/>
              <a:gd name="connsiteX0" fmla="*/ 2670 w 3782600"/>
              <a:gd name="connsiteY0" fmla="*/ 2283299 h 2283299"/>
              <a:gd name="connsiteX1" fmla="*/ 40333 w 3782600"/>
              <a:gd name="connsiteY1" fmla="*/ 931454 h 2283299"/>
              <a:gd name="connsiteX2" fmla="*/ 123897 w 3782600"/>
              <a:gd name="connsiteY2" fmla="*/ 632825 h 2283299"/>
              <a:gd name="connsiteX3" fmla="*/ 205418 w 3782600"/>
              <a:gd name="connsiteY3" fmla="*/ 510081 h 2283299"/>
              <a:gd name="connsiteX4" fmla="*/ 287733 w 3782600"/>
              <a:gd name="connsiteY4" fmla="*/ 388077 h 2283299"/>
              <a:gd name="connsiteX5" fmla="*/ 360179 w 3782600"/>
              <a:gd name="connsiteY5" fmla="*/ 301883 h 2283299"/>
              <a:gd name="connsiteX6" fmla="*/ 500356 w 3782600"/>
              <a:gd name="connsiteY6" fmla="*/ 206142 h 2283299"/>
              <a:gd name="connsiteX7" fmla="*/ 824833 w 3782600"/>
              <a:gd name="connsiteY7" fmla="*/ 152521 h 2283299"/>
              <a:gd name="connsiteX8" fmla="*/ 1474022 w 3782600"/>
              <a:gd name="connsiteY8" fmla="*/ 101721 h 2283299"/>
              <a:gd name="connsiteX9" fmla="*/ 2072333 w 3782600"/>
              <a:gd name="connsiteY9" fmla="*/ 67854 h 2283299"/>
              <a:gd name="connsiteX10" fmla="*/ 2481556 w 3782600"/>
              <a:gd name="connsiteY10" fmla="*/ 33988 h 2283299"/>
              <a:gd name="connsiteX11" fmla="*/ 2842800 w 3782600"/>
              <a:gd name="connsiteY11" fmla="*/ 19876 h 2283299"/>
              <a:gd name="connsiteX12" fmla="*/ 3491911 w 3782600"/>
              <a:gd name="connsiteY12" fmla="*/ 2943 h 2283299"/>
              <a:gd name="connsiteX13" fmla="*/ 3782600 w 3782600"/>
              <a:gd name="connsiteY13" fmla="*/ 121 h 2283299"/>
              <a:gd name="connsiteX0" fmla="*/ 2670 w 3782600"/>
              <a:gd name="connsiteY0" fmla="*/ 2283299 h 2283299"/>
              <a:gd name="connsiteX1" fmla="*/ 40333 w 3782600"/>
              <a:gd name="connsiteY1" fmla="*/ 931454 h 2283299"/>
              <a:gd name="connsiteX2" fmla="*/ 123897 w 3782600"/>
              <a:gd name="connsiteY2" fmla="*/ 632825 h 2283299"/>
              <a:gd name="connsiteX3" fmla="*/ 191990 w 3782600"/>
              <a:gd name="connsiteY3" fmla="*/ 504734 h 2283299"/>
              <a:gd name="connsiteX4" fmla="*/ 287733 w 3782600"/>
              <a:gd name="connsiteY4" fmla="*/ 388077 h 2283299"/>
              <a:gd name="connsiteX5" fmla="*/ 360179 w 3782600"/>
              <a:gd name="connsiteY5" fmla="*/ 301883 h 2283299"/>
              <a:gd name="connsiteX6" fmla="*/ 500356 w 3782600"/>
              <a:gd name="connsiteY6" fmla="*/ 206142 h 2283299"/>
              <a:gd name="connsiteX7" fmla="*/ 824833 w 3782600"/>
              <a:gd name="connsiteY7" fmla="*/ 152521 h 2283299"/>
              <a:gd name="connsiteX8" fmla="*/ 1474022 w 3782600"/>
              <a:gd name="connsiteY8" fmla="*/ 101721 h 2283299"/>
              <a:gd name="connsiteX9" fmla="*/ 2072333 w 3782600"/>
              <a:gd name="connsiteY9" fmla="*/ 67854 h 2283299"/>
              <a:gd name="connsiteX10" fmla="*/ 2481556 w 3782600"/>
              <a:gd name="connsiteY10" fmla="*/ 33988 h 2283299"/>
              <a:gd name="connsiteX11" fmla="*/ 2842800 w 3782600"/>
              <a:gd name="connsiteY11" fmla="*/ 19876 h 2283299"/>
              <a:gd name="connsiteX12" fmla="*/ 3491911 w 3782600"/>
              <a:gd name="connsiteY12" fmla="*/ 2943 h 2283299"/>
              <a:gd name="connsiteX13" fmla="*/ 3782600 w 3782600"/>
              <a:gd name="connsiteY13" fmla="*/ 121 h 2283299"/>
              <a:gd name="connsiteX0" fmla="*/ 2670 w 3782600"/>
              <a:gd name="connsiteY0" fmla="*/ 2283299 h 2283299"/>
              <a:gd name="connsiteX1" fmla="*/ 40333 w 3782600"/>
              <a:gd name="connsiteY1" fmla="*/ 931454 h 2283299"/>
              <a:gd name="connsiteX2" fmla="*/ 123897 w 3782600"/>
              <a:gd name="connsiteY2" fmla="*/ 632825 h 2283299"/>
              <a:gd name="connsiteX3" fmla="*/ 205418 w 3782600"/>
              <a:gd name="connsiteY3" fmla="*/ 510081 h 2283299"/>
              <a:gd name="connsiteX4" fmla="*/ 287733 w 3782600"/>
              <a:gd name="connsiteY4" fmla="*/ 388077 h 2283299"/>
              <a:gd name="connsiteX5" fmla="*/ 360179 w 3782600"/>
              <a:gd name="connsiteY5" fmla="*/ 301883 h 2283299"/>
              <a:gd name="connsiteX6" fmla="*/ 500356 w 3782600"/>
              <a:gd name="connsiteY6" fmla="*/ 206142 h 2283299"/>
              <a:gd name="connsiteX7" fmla="*/ 824833 w 3782600"/>
              <a:gd name="connsiteY7" fmla="*/ 152521 h 2283299"/>
              <a:gd name="connsiteX8" fmla="*/ 1474022 w 3782600"/>
              <a:gd name="connsiteY8" fmla="*/ 101721 h 2283299"/>
              <a:gd name="connsiteX9" fmla="*/ 2072333 w 3782600"/>
              <a:gd name="connsiteY9" fmla="*/ 67854 h 2283299"/>
              <a:gd name="connsiteX10" fmla="*/ 2481556 w 3782600"/>
              <a:gd name="connsiteY10" fmla="*/ 33988 h 2283299"/>
              <a:gd name="connsiteX11" fmla="*/ 2842800 w 3782600"/>
              <a:gd name="connsiteY11" fmla="*/ 19876 h 2283299"/>
              <a:gd name="connsiteX12" fmla="*/ 3491911 w 3782600"/>
              <a:gd name="connsiteY12" fmla="*/ 2943 h 2283299"/>
              <a:gd name="connsiteX13" fmla="*/ 3782600 w 3782600"/>
              <a:gd name="connsiteY13" fmla="*/ 121 h 2283299"/>
              <a:gd name="connsiteX0" fmla="*/ 2670 w 3782600"/>
              <a:gd name="connsiteY0" fmla="*/ 2283299 h 2283299"/>
              <a:gd name="connsiteX1" fmla="*/ 40333 w 3782600"/>
              <a:gd name="connsiteY1" fmla="*/ 931454 h 2283299"/>
              <a:gd name="connsiteX2" fmla="*/ 123897 w 3782600"/>
              <a:gd name="connsiteY2" fmla="*/ 632825 h 2283299"/>
              <a:gd name="connsiteX3" fmla="*/ 205418 w 3782600"/>
              <a:gd name="connsiteY3" fmla="*/ 510081 h 2283299"/>
              <a:gd name="connsiteX4" fmla="*/ 287733 w 3782600"/>
              <a:gd name="connsiteY4" fmla="*/ 388077 h 2283299"/>
              <a:gd name="connsiteX5" fmla="*/ 360179 w 3782600"/>
              <a:gd name="connsiteY5" fmla="*/ 301883 h 2283299"/>
              <a:gd name="connsiteX6" fmla="*/ 489613 w 3782600"/>
              <a:gd name="connsiteY6" fmla="*/ 230205 h 2283299"/>
              <a:gd name="connsiteX7" fmla="*/ 824833 w 3782600"/>
              <a:gd name="connsiteY7" fmla="*/ 152521 h 2283299"/>
              <a:gd name="connsiteX8" fmla="*/ 1474022 w 3782600"/>
              <a:gd name="connsiteY8" fmla="*/ 101721 h 2283299"/>
              <a:gd name="connsiteX9" fmla="*/ 2072333 w 3782600"/>
              <a:gd name="connsiteY9" fmla="*/ 67854 h 2283299"/>
              <a:gd name="connsiteX10" fmla="*/ 2481556 w 3782600"/>
              <a:gd name="connsiteY10" fmla="*/ 33988 h 2283299"/>
              <a:gd name="connsiteX11" fmla="*/ 2842800 w 3782600"/>
              <a:gd name="connsiteY11" fmla="*/ 19876 h 2283299"/>
              <a:gd name="connsiteX12" fmla="*/ 3491911 w 3782600"/>
              <a:gd name="connsiteY12" fmla="*/ 2943 h 2283299"/>
              <a:gd name="connsiteX13" fmla="*/ 3782600 w 3782600"/>
              <a:gd name="connsiteY13" fmla="*/ 121 h 2283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82600" h="2283299">
                <a:moveTo>
                  <a:pt x="2670" y="2283299"/>
                </a:moveTo>
                <a:cubicBezTo>
                  <a:pt x="-6737" y="1737904"/>
                  <a:pt x="9386" y="1086218"/>
                  <a:pt x="40333" y="931454"/>
                </a:cubicBezTo>
                <a:cubicBezTo>
                  <a:pt x="71280" y="776690"/>
                  <a:pt x="96383" y="703054"/>
                  <a:pt x="123897" y="632825"/>
                </a:cubicBezTo>
                <a:cubicBezTo>
                  <a:pt x="151411" y="562596"/>
                  <a:pt x="178112" y="550872"/>
                  <a:pt x="205418" y="510081"/>
                </a:cubicBezTo>
                <a:cubicBezTo>
                  <a:pt x="232724" y="469290"/>
                  <a:pt x="261940" y="422777"/>
                  <a:pt x="287733" y="388077"/>
                </a:cubicBezTo>
                <a:cubicBezTo>
                  <a:pt x="313526" y="353377"/>
                  <a:pt x="326532" y="328195"/>
                  <a:pt x="360179" y="301883"/>
                </a:cubicBezTo>
                <a:cubicBezTo>
                  <a:pt x="393826" y="275571"/>
                  <a:pt x="412171" y="255099"/>
                  <a:pt x="489613" y="230205"/>
                </a:cubicBezTo>
                <a:cubicBezTo>
                  <a:pt x="567055" y="205311"/>
                  <a:pt x="660765" y="173935"/>
                  <a:pt x="824833" y="152521"/>
                </a:cubicBezTo>
                <a:cubicBezTo>
                  <a:pt x="988901" y="131107"/>
                  <a:pt x="1266105" y="115832"/>
                  <a:pt x="1474022" y="101721"/>
                </a:cubicBezTo>
                <a:cubicBezTo>
                  <a:pt x="1681939" y="87610"/>
                  <a:pt x="1904411" y="79143"/>
                  <a:pt x="2072333" y="67854"/>
                </a:cubicBezTo>
                <a:cubicBezTo>
                  <a:pt x="2240255" y="56565"/>
                  <a:pt x="2353145" y="41984"/>
                  <a:pt x="2481556" y="33988"/>
                </a:cubicBezTo>
                <a:cubicBezTo>
                  <a:pt x="2609967" y="25992"/>
                  <a:pt x="2842800" y="19876"/>
                  <a:pt x="2842800" y="19876"/>
                </a:cubicBezTo>
                <a:lnTo>
                  <a:pt x="3491911" y="2943"/>
                </a:lnTo>
                <a:cubicBezTo>
                  <a:pt x="3648544" y="-349"/>
                  <a:pt x="3715572" y="-114"/>
                  <a:pt x="3782600" y="121"/>
                </a:cubicBezTo>
              </a:path>
            </a:pathLst>
          </a:cu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/>
          </a:p>
        </p:txBody>
      </p:sp>
      <p:sp>
        <p:nvSpPr>
          <p:cNvPr id="306" name="Freeform: Shape 305">
            <a:extLst>
              <a:ext uri="{FF2B5EF4-FFF2-40B4-BE49-F238E27FC236}">
                <a16:creationId xmlns:a16="http://schemas.microsoft.com/office/drawing/2014/main" id="{02BEEB5F-6527-3648-0538-AF974DE1BB8D}"/>
              </a:ext>
            </a:extLst>
          </p:cNvPr>
          <p:cNvSpPr/>
          <p:nvPr/>
        </p:nvSpPr>
        <p:spPr>
          <a:xfrm>
            <a:off x="419428" y="6998647"/>
            <a:ext cx="5927558" cy="2286001"/>
          </a:xfrm>
          <a:custGeom>
            <a:avLst/>
            <a:gdLst>
              <a:gd name="connsiteX0" fmla="*/ 0 w 5940926"/>
              <a:gd name="connsiteY0" fmla="*/ 2163011 h 2163011"/>
              <a:gd name="connsiteX1" fmla="*/ 13368 w 5940926"/>
              <a:gd name="connsiteY1" fmla="*/ 1655011 h 2163011"/>
              <a:gd name="connsiteX2" fmla="*/ 80210 w 5940926"/>
              <a:gd name="connsiteY2" fmla="*/ 1294063 h 2163011"/>
              <a:gd name="connsiteX3" fmla="*/ 237958 w 5940926"/>
              <a:gd name="connsiteY3" fmla="*/ 954506 h 2163011"/>
              <a:gd name="connsiteX4" fmla="*/ 1299410 w 5940926"/>
              <a:gd name="connsiteY4" fmla="*/ 427790 h 2163011"/>
              <a:gd name="connsiteX5" fmla="*/ 3320716 w 5940926"/>
              <a:gd name="connsiteY5" fmla="*/ 179137 h 2163011"/>
              <a:gd name="connsiteX6" fmla="*/ 5940926 w 5940926"/>
              <a:gd name="connsiteY6" fmla="*/ 0 h 2163011"/>
              <a:gd name="connsiteX0" fmla="*/ 0 w 5940926"/>
              <a:gd name="connsiteY0" fmla="*/ 2163011 h 2163011"/>
              <a:gd name="connsiteX1" fmla="*/ 13368 w 5940926"/>
              <a:gd name="connsiteY1" fmla="*/ 1655011 h 2163011"/>
              <a:gd name="connsiteX2" fmla="*/ 58821 w 5940926"/>
              <a:gd name="connsiteY2" fmla="*/ 1387642 h 2163011"/>
              <a:gd name="connsiteX3" fmla="*/ 237958 w 5940926"/>
              <a:gd name="connsiteY3" fmla="*/ 954506 h 2163011"/>
              <a:gd name="connsiteX4" fmla="*/ 1299410 w 5940926"/>
              <a:gd name="connsiteY4" fmla="*/ 427790 h 2163011"/>
              <a:gd name="connsiteX5" fmla="*/ 3320716 w 5940926"/>
              <a:gd name="connsiteY5" fmla="*/ 179137 h 2163011"/>
              <a:gd name="connsiteX6" fmla="*/ 5940926 w 5940926"/>
              <a:gd name="connsiteY6" fmla="*/ 0 h 2163011"/>
              <a:gd name="connsiteX0" fmla="*/ 0 w 5940926"/>
              <a:gd name="connsiteY0" fmla="*/ 2163011 h 2163011"/>
              <a:gd name="connsiteX1" fmla="*/ 13368 w 5940926"/>
              <a:gd name="connsiteY1" fmla="*/ 1655011 h 2163011"/>
              <a:gd name="connsiteX2" fmla="*/ 58821 w 5940926"/>
              <a:gd name="connsiteY2" fmla="*/ 1387642 h 2163011"/>
              <a:gd name="connsiteX3" fmla="*/ 237958 w 5940926"/>
              <a:gd name="connsiteY3" fmla="*/ 954506 h 2163011"/>
              <a:gd name="connsiteX4" fmla="*/ 1299410 w 5940926"/>
              <a:gd name="connsiteY4" fmla="*/ 427790 h 2163011"/>
              <a:gd name="connsiteX5" fmla="*/ 3320716 w 5940926"/>
              <a:gd name="connsiteY5" fmla="*/ 179137 h 2163011"/>
              <a:gd name="connsiteX6" fmla="*/ 5940926 w 5940926"/>
              <a:gd name="connsiteY6" fmla="*/ 0 h 2163011"/>
              <a:gd name="connsiteX0" fmla="*/ 0 w 5940926"/>
              <a:gd name="connsiteY0" fmla="*/ 2163011 h 2163011"/>
              <a:gd name="connsiteX1" fmla="*/ 13368 w 5940926"/>
              <a:gd name="connsiteY1" fmla="*/ 1655011 h 2163011"/>
              <a:gd name="connsiteX2" fmla="*/ 58821 w 5940926"/>
              <a:gd name="connsiteY2" fmla="*/ 1387642 h 2163011"/>
              <a:gd name="connsiteX3" fmla="*/ 237958 w 5940926"/>
              <a:gd name="connsiteY3" fmla="*/ 954506 h 2163011"/>
              <a:gd name="connsiteX4" fmla="*/ 1299410 w 5940926"/>
              <a:gd name="connsiteY4" fmla="*/ 427790 h 2163011"/>
              <a:gd name="connsiteX5" fmla="*/ 3320716 w 5940926"/>
              <a:gd name="connsiteY5" fmla="*/ 179137 h 2163011"/>
              <a:gd name="connsiteX6" fmla="*/ 5940926 w 5940926"/>
              <a:gd name="connsiteY6" fmla="*/ 0 h 2163011"/>
              <a:gd name="connsiteX0" fmla="*/ 0 w 5927558"/>
              <a:gd name="connsiteY0" fmla="*/ 2286001 h 2286001"/>
              <a:gd name="connsiteX1" fmla="*/ 13368 w 5927558"/>
              <a:gd name="connsiteY1" fmla="*/ 1778001 h 2286001"/>
              <a:gd name="connsiteX2" fmla="*/ 58821 w 5927558"/>
              <a:gd name="connsiteY2" fmla="*/ 1510632 h 2286001"/>
              <a:gd name="connsiteX3" fmla="*/ 237958 w 5927558"/>
              <a:gd name="connsiteY3" fmla="*/ 1077496 h 2286001"/>
              <a:gd name="connsiteX4" fmla="*/ 1299410 w 5927558"/>
              <a:gd name="connsiteY4" fmla="*/ 550780 h 2286001"/>
              <a:gd name="connsiteX5" fmla="*/ 3320716 w 5927558"/>
              <a:gd name="connsiteY5" fmla="*/ 302127 h 2286001"/>
              <a:gd name="connsiteX6" fmla="*/ 5927558 w 5927558"/>
              <a:gd name="connsiteY6" fmla="*/ 0 h 2286001"/>
              <a:gd name="connsiteX0" fmla="*/ 0 w 5927558"/>
              <a:gd name="connsiteY0" fmla="*/ 2286001 h 2286001"/>
              <a:gd name="connsiteX1" fmla="*/ 13368 w 5927558"/>
              <a:gd name="connsiteY1" fmla="*/ 1778001 h 2286001"/>
              <a:gd name="connsiteX2" fmla="*/ 58821 w 5927558"/>
              <a:gd name="connsiteY2" fmla="*/ 1510632 h 2286001"/>
              <a:gd name="connsiteX3" fmla="*/ 237958 w 5927558"/>
              <a:gd name="connsiteY3" fmla="*/ 1077496 h 2286001"/>
              <a:gd name="connsiteX4" fmla="*/ 1299410 w 5927558"/>
              <a:gd name="connsiteY4" fmla="*/ 550780 h 2286001"/>
              <a:gd name="connsiteX5" fmla="*/ 3320716 w 5927558"/>
              <a:gd name="connsiteY5" fmla="*/ 254001 h 2286001"/>
              <a:gd name="connsiteX6" fmla="*/ 5927558 w 5927558"/>
              <a:gd name="connsiteY6" fmla="*/ 0 h 228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27558" h="2286001">
                <a:moveTo>
                  <a:pt x="0" y="2286001"/>
                </a:moveTo>
                <a:cubicBezTo>
                  <a:pt x="0" y="2104413"/>
                  <a:pt x="3565" y="1907229"/>
                  <a:pt x="13368" y="1778001"/>
                </a:cubicBezTo>
                <a:cubicBezTo>
                  <a:pt x="23171" y="1648773"/>
                  <a:pt x="32083" y="1646099"/>
                  <a:pt x="58821" y="1510632"/>
                </a:cubicBezTo>
                <a:cubicBezTo>
                  <a:pt x="85559" y="1375165"/>
                  <a:pt x="84666" y="1264208"/>
                  <a:pt x="237958" y="1077496"/>
                </a:cubicBezTo>
                <a:cubicBezTo>
                  <a:pt x="391250" y="890784"/>
                  <a:pt x="785617" y="688029"/>
                  <a:pt x="1299410" y="550780"/>
                </a:cubicBezTo>
                <a:cubicBezTo>
                  <a:pt x="1813203" y="413531"/>
                  <a:pt x="2547130" y="325299"/>
                  <a:pt x="3320716" y="254001"/>
                </a:cubicBezTo>
                <a:cubicBezTo>
                  <a:pt x="4094302" y="182703"/>
                  <a:pt x="5004246" y="53919"/>
                  <a:pt x="5927558" y="0"/>
                </a:cubicBezTo>
              </a:path>
            </a:pathLst>
          </a:cu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D0B92B31-DBF2-4295-27E0-49C869341EEB}"/>
              </a:ext>
            </a:extLst>
          </p:cNvPr>
          <p:cNvSpPr txBox="1"/>
          <p:nvPr/>
        </p:nvSpPr>
        <p:spPr>
          <a:xfrm>
            <a:off x="1660559" y="7773854"/>
            <a:ext cx="4642783" cy="1446550"/>
          </a:xfrm>
          <a:prstGeom prst="rect">
            <a:avLst/>
          </a:prstGeom>
          <a:solidFill>
            <a:schemeClr val="bg1"/>
          </a:solidFill>
          <a:ln w="3175">
            <a:solidFill>
              <a:schemeClr val="bg2">
                <a:lumMod val="9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sz="800" b="1" u="sng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(SUBJECTIVE) CATEGORIES OF SIMILARITY DEGREES BETWEEN ECFDs</a:t>
            </a:r>
          </a:p>
          <a:p>
            <a:endParaRPr lang="en-GB" sz="800" b="1" dirty="0">
              <a:solidFill>
                <a:schemeClr val="bg2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latin typeface="Aptos" panose="020B0004020202020204" pitchFamily="34" charset="0"/>
              </a:rPr>
              <a:t>NORM</a:t>
            </a:r>
            <a:r>
              <a:rPr lang="en-GB" sz="800" b="1" dirty="0">
                <a:latin typeface="Aptos" panose="020B0004020202020204" pitchFamily="34" charset="0"/>
              </a:rPr>
              <a:t> = 0.097 -&gt; </a:t>
            </a:r>
            <a:r>
              <a:rPr lang="en-GB" sz="800" u="sng" dirty="0">
                <a:latin typeface="Aptos" panose="020B0004020202020204" pitchFamily="34" charset="0"/>
              </a:rPr>
              <a:t>Good</a:t>
            </a:r>
            <a:r>
              <a:rPr lang="en-GB" sz="800" dirty="0">
                <a:latin typeface="Aptos" panose="020B0004020202020204" pitchFamily="34" charset="0"/>
              </a:rPr>
              <a:t> ( &lt; 0.1 )</a:t>
            </a:r>
          </a:p>
          <a:p>
            <a:endParaRPr lang="en-GB" sz="800" b="1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0070C0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0070C0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0070C0"/>
                </a:solidFill>
                <a:latin typeface="Aptos" panose="020B0004020202020204" pitchFamily="34" charset="0"/>
              </a:rPr>
              <a:t> = 0.114 -&gt; </a:t>
            </a:r>
            <a:r>
              <a:rPr lang="en-GB" sz="800" u="sng" dirty="0">
                <a:solidFill>
                  <a:srgbClr val="0070C0"/>
                </a:solidFill>
                <a:latin typeface="Aptos" panose="020B0004020202020204" pitchFamily="34" charset="0"/>
              </a:rPr>
              <a:t>Acceptable</a:t>
            </a:r>
            <a:r>
              <a:rPr lang="en-GB" sz="800" dirty="0">
                <a:solidFill>
                  <a:srgbClr val="0070C0"/>
                </a:solidFill>
                <a:latin typeface="Aptos" panose="020B0004020202020204" pitchFamily="34" charset="0"/>
              </a:rPr>
              <a:t> ( between 0.1 and 0.3 )</a:t>
            </a:r>
          </a:p>
          <a:p>
            <a:endParaRPr lang="en-GB" sz="800" b="1" dirty="0">
              <a:solidFill>
                <a:srgbClr val="0070C0"/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00B050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00B050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00B050"/>
                </a:solidFill>
                <a:latin typeface="Aptos" panose="020B0004020202020204" pitchFamily="34" charset="0"/>
              </a:rPr>
              <a:t> = 0.466 -&gt; </a:t>
            </a:r>
            <a:r>
              <a:rPr lang="en-GB" sz="800" u="sng" dirty="0">
                <a:solidFill>
                  <a:srgbClr val="00B050"/>
                </a:solidFill>
                <a:latin typeface="Aptos" panose="020B0004020202020204" pitchFamily="34" charset="0"/>
              </a:rPr>
              <a:t>Intermediate</a:t>
            </a:r>
            <a:r>
              <a:rPr lang="en-GB" sz="800" dirty="0">
                <a:solidFill>
                  <a:srgbClr val="00B050"/>
                </a:solidFill>
                <a:latin typeface="Aptos" panose="020B0004020202020204" pitchFamily="34" charset="0"/>
              </a:rPr>
              <a:t> ( between 0.3 and 0.5 )</a:t>
            </a:r>
          </a:p>
          <a:p>
            <a:endParaRPr lang="en-GB" sz="800" b="1" dirty="0">
              <a:solidFill>
                <a:srgbClr val="00B050"/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D6A300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D6A300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D6A300"/>
                </a:solidFill>
                <a:latin typeface="Aptos" panose="020B0004020202020204" pitchFamily="34" charset="0"/>
              </a:rPr>
              <a:t> = 0.953 -&gt; </a:t>
            </a:r>
            <a:r>
              <a:rPr lang="en-GB" sz="800" u="sng" dirty="0">
                <a:solidFill>
                  <a:srgbClr val="D6A300"/>
                </a:solidFill>
                <a:latin typeface="Aptos" panose="020B0004020202020204" pitchFamily="34" charset="0"/>
              </a:rPr>
              <a:t>Poor</a:t>
            </a:r>
            <a:r>
              <a:rPr lang="en-GB" sz="800" dirty="0">
                <a:solidFill>
                  <a:srgbClr val="D6A300"/>
                </a:solidFill>
                <a:latin typeface="Aptos" panose="020B0004020202020204" pitchFamily="34" charset="0"/>
              </a:rPr>
              <a:t> ( between 0.5 and 1 )</a:t>
            </a:r>
          </a:p>
          <a:p>
            <a:endParaRPr lang="en-GB" sz="800" b="1" dirty="0">
              <a:solidFill>
                <a:srgbClr val="FFC000"/>
              </a:solidFill>
              <a:latin typeface="Aptos" panose="020B0004020202020204" pitchFamily="34" charset="0"/>
            </a:endParaRPr>
          </a:p>
          <a:p>
            <a:r>
              <a:rPr lang="en-GB" sz="800" b="1" dirty="0">
                <a:solidFill>
                  <a:srgbClr val="FF0066"/>
                </a:solidFill>
                <a:latin typeface="Aptos" panose="020B0004020202020204" pitchFamily="34" charset="0"/>
              </a:rPr>
              <a:t>MAE</a:t>
            </a:r>
            <a:r>
              <a:rPr lang="en-GB" sz="800" b="1" baseline="-25000" dirty="0">
                <a:solidFill>
                  <a:srgbClr val="FF0066"/>
                </a:solidFill>
                <a:latin typeface="Aptos" panose="020B0004020202020204" pitchFamily="34" charset="0"/>
              </a:rPr>
              <a:t>NORM</a:t>
            </a:r>
            <a:r>
              <a:rPr lang="en-GB" sz="800" b="1" dirty="0">
                <a:solidFill>
                  <a:srgbClr val="FF0066"/>
                </a:solidFill>
                <a:latin typeface="Aptos" panose="020B0004020202020204" pitchFamily="34" charset="0"/>
              </a:rPr>
              <a:t> = 2.091 -&gt; </a:t>
            </a:r>
            <a:r>
              <a:rPr lang="en-GB" sz="800" u="sng" dirty="0">
                <a:solidFill>
                  <a:srgbClr val="FF0066"/>
                </a:solidFill>
                <a:latin typeface="Aptos" panose="020B0004020202020204" pitchFamily="34" charset="0"/>
              </a:rPr>
              <a:t>Very poor</a:t>
            </a:r>
            <a:r>
              <a:rPr lang="en-GB" sz="800" dirty="0">
                <a:solidFill>
                  <a:srgbClr val="FF0066"/>
                </a:solidFill>
                <a:latin typeface="Aptos" panose="020B0004020202020204" pitchFamily="34" charset="0"/>
              </a:rPr>
              <a:t> ( &gt; 1 )</a:t>
            </a: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591900DA-D706-1947-F6C7-19E81C533DE9}"/>
              </a:ext>
            </a:extLst>
          </p:cNvPr>
          <p:cNvSpPr txBox="1"/>
          <p:nvPr/>
        </p:nvSpPr>
        <p:spPr>
          <a:xfrm rot="16200000">
            <a:off x="-1068293" y="8021728"/>
            <a:ext cx="23246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Percentiles [%]</a:t>
            </a:r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BBD2CD74-BABB-E137-B6F3-67A9EC2A103E}"/>
              </a:ext>
            </a:extLst>
          </p:cNvPr>
          <p:cNvSpPr txBox="1"/>
          <p:nvPr/>
        </p:nvSpPr>
        <p:spPr>
          <a:xfrm>
            <a:off x="424973" y="9390625"/>
            <a:ext cx="59383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tp [mm/24h]</a:t>
            </a:r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D410F8FC-FD7E-B965-43C0-C073BA38FDEA}"/>
              </a:ext>
            </a:extLst>
          </p:cNvPr>
          <p:cNvSpPr txBox="1"/>
          <p:nvPr/>
        </p:nvSpPr>
        <p:spPr>
          <a:xfrm>
            <a:off x="230079" y="9248076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C1B139E9-B60F-8DC5-4698-E46D996E135A}"/>
              </a:ext>
            </a:extLst>
          </p:cNvPr>
          <p:cNvSpPr txBox="1"/>
          <p:nvPr/>
        </p:nvSpPr>
        <p:spPr>
          <a:xfrm>
            <a:off x="1218167" y="9248076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20</a:t>
            </a: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8B2FE73D-1A85-7120-C1BA-ABFF01BDA2BA}"/>
              </a:ext>
            </a:extLst>
          </p:cNvPr>
          <p:cNvSpPr txBox="1"/>
          <p:nvPr/>
        </p:nvSpPr>
        <p:spPr>
          <a:xfrm>
            <a:off x="2206255" y="9248076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40</a:t>
            </a:r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DB97282F-EC19-F270-21D1-819F8129FCFB}"/>
              </a:ext>
            </a:extLst>
          </p:cNvPr>
          <p:cNvSpPr txBox="1"/>
          <p:nvPr/>
        </p:nvSpPr>
        <p:spPr>
          <a:xfrm>
            <a:off x="3194343" y="9248076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60</a:t>
            </a: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F3E7BD14-F91D-EA1E-463A-D33F3F716C2B}"/>
              </a:ext>
            </a:extLst>
          </p:cNvPr>
          <p:cNvSpPr txBox="1"/>
          <p:nvPr/>
        </p:nvSpPr>
        <p:spPr>
          <a:xfrm>
            <a:off x="4182431" y="9248076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80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0EEBD1D0-5D96-AB50-8217-811D1E099C2B}"/>
              </a:ext>
            </a:extLst>
          </p:cNvPr>
          <p:cNvSpPr txBox="1"/>
          <p:nvPr/>
        </p:nvSpPr>
        <p:spPr>
          <a:xfrm>
            <a:off x="6158605" y="9248076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120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AB572D9E-2E69-C208-B7A7-FFB5922A49D0}"/>
              </a:ext>
            </a:extLst>
          </p:cNvPr>
          <p:cNvSpPr txBox="1"/>
          <p:nvPr/>
        </p:nvSpPr>
        <p:spPr>
          <a:xfrm>
            <a:off x="5170519" y="9248076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bg2">
                    <a:lumMod val="50000"/>
                  </a:schemeClr>
                </a:solidFill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564045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9EEDCB38-5BDB-C70C-8B62-69A63EABE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653" y="1045556"/>
            <a:ext cx="1080000" cy="1049578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A9143DF-02BC-6F03-7696-4072FF213586}"/>
              </a:ext>
            </a:extLst>
          </p:cNvPr>
          <p:cNvSpPr/>
          <p:nvPr/>
        </p:nvSpPr>
        <p:spPr>
          <a:xfrm>
            <a:off x="397173" y="345047"/>
            <a:ext cx="2565583" cy="2430725"/>
          </a:xfrm>
          <a:custGeom>
            <a:avLst/>
            <a:gdLst>
              <a:gd name="connsiteX0" fmla="*/ 0 w 2565583"/>
              <a:gd name="connsiteY0" fmla="*/ 2430725 h 2430725"/>
              <a:gd name="connsiteX1" fmla="*/ 3289 w 2565583"/>
              <a:gd name="connsiteY1" fmla="*/ 1835378 h 2430725"/>
              <a:gd name="connsiteX2" fmla="*/ 19735 w 2565583"/>
              <a:gd name="connsiteY2" fmla="*/ 1424227 h 2430725"/>
              <a:gd name="connsiteX3" fmla="*/ 49338 w 2565583"/>
              <a:gd name="connsiteY3" fmla="*/ 1177536 h 2430725"/>
              <a:gd name="connsiteX4" fmla="*/ 88809 w 2565583"/>
              <a:gd name="connsiteY4" fmla="*/ 967027 h 2430725"/>
              <a:gd name="connsiteX5" fmla="*/ 177617 w 2565583"/>
              <a:gd name="connsiteY5" fmla="*/ 756518 h 2430725"/>
              <a:gd name="connsiteX6" fmla="*/ 299318 w 2565583"/>
              <a:gd name="connsiteY6" fmla="*/ 565744 h 2430725"/>
              <a:gd name="connsiteX7" fmla="*/ 467067 w 2565583"/>
              <a:gd name="connsiteY7" fmla="*/ 368391 h 2430725"/>
              <a:gd name="connsiteX8" fmla="*/ 601925 w 2565583"/>
              <a:gd name="connsiteY8" fmla="*/ 246690 h 2430725"/>
              <a:gd name="connsiteX9" fmla="*/ 766385 w 2565583"/>
              <a:gd name="connsiteY9" fmla="*/ 144725 h 2430725"/>
              <a:gd name="connsiteX10" fmla="*/ 980184 w 2565583"/>
              <a:gd name="connsiteY10" fmla="*/ 82230 h 2430725"/>
              <a:gd name="connsiteX11" fmla="*/ 1213718 w 2565583"/>
              <a:gd name="connsiteY11" fmla="*/ 32892 h 2430725"/>
              <a:gd name="connsiteX12" fmla="*/ 1598555 w 2565583"/>
              <a:gd name="connsiteY12" fmla="*/ 13157 h 2430725"/>
              <a:gd name="connsiteX13" fmla="*/ 1947211 w 2565583"/>
              <a:gd name="connsiteY13" fmla="*/ 16446 h 2430725"/>
              <a:gd name="connsiteX14" fmla="*/ 2565583 w 2565583"/>
              <a:gd name="connsiteY14" fmla="*/ 0 h 2430725"/>
              <a:gd name="connsiteX15" fmla="*/ 809145 w 2565583"/>
              <a:gd name="connsiteY15" fmla="*/ 0 h 2430725"/>
              <a:gd name="connsiteX16" fmla="*/ 654552 w 2565583"/>
              <a:gd name="connsiteY16" fmla="*/ 69073 h 2430725"/>
              <a:gd name="connsiteX17" fmla="*/ 532852 w 2565583"/>
              <a:gd name="connsiteY17" fmla="*/ 174328 h 2430725"/>
              <a:gd name="connsiteX18" fmla="*/ 447332 w 2565583"/>
              <a:gd name="connsiteY18" fmla="*/ 305896 h 2430725"/>
              <a:gd name="connsiteX19" fmla="*/ 348656 w 2565583"/>
              <a:gd name="connsiteY19" fmla="*/ 490092 h 2430725"/>
              <a:gd name="connsiteX20" fmla="*/ 286161 w 2565583"/>
              <a:gd name="connsiteY20" fmla="*/ 710469 h 2430725"/>
              <a:gd name="connsiteX21" fmla="*/ 217088 w 2565583"/>
              <a:gd name="connsiteY21" fmla="*/ 960449 h 2430725"/>
              <a:gd name="connsiteX22" fmla="*/ 151303 w 2565583"/>
              <a:gd name="connsiteY22" fmla="*/ 1220296 h 2430725"/>
              <a:gd name="connsiteX23" fmla="*/ 124990 w 2565583"/>
              <a:gd name="connsiteY23" fmla="*/ 1368311 h 2430725"/>
              <a:gd name="connsiteX24" fmla="*/ 78941 w 2565583"/>
              <a:gd name="connsiteY24" fmla="*/ 1654472 h 2430725"/>
              <a:gd name="connsiteX25" fmla="*/ 46049 w 2565583"/>
              <a:gd name="connsiteY25" fmla="*/ 1888006 h 2430725"/>
              <a:gd name="connsiteX26" fmla="*/ 23024 w 2565583"/>
              <a:gd name="connsiteY26" fmla="*/ 2161010 h 2430725"/>
              <a:gd name="connsiteX27" fmla="*/ 0 w 2565583"/>
              <a:gd name="connsiteY27" fmla="*/ 2430725 h 2430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2565583" h="2430725">
                <a:moveTo>
                  <a:pt x="0" y="2430725"/>
                </a:moveTo>
                <a:cubicBezTo>
                  <a:pt x="1096" y="2232276"/>
                  <a:pt x="2193" y="2033827"/>
                  <a:pt x="3289" y="1835378"/>
                </a:cubicBezTo>
                <a:lnTo>
                  <a:pt x="19735" y="1424227"/>
                </a:lnTo>
                <a:lnTo>
                  <a:pt x="49338" y="1177536"/>
                </a:lnTo>
                <a:lnTo>
                  <a:pt x="88809" y="967027"/>
                </a:lnTo>
                <a:lnTo>
                  <a:pt x="177617" y="756518"/>
                </a:lnTo>
                <a:lnTo>
                  <a:pt x="299318" y="565744"/>
                </a:lnTo>
                <a:lnTo>
                  <a:pt x="467067" y="368391"/>
                </a:lnTo>
                <a:lnTo>
                  <a:pt x="601925" y="246690"/>
                </a:lnTo>
                <a:lnTo>
                  <a:pt x="766385" y="144725"/>
                </a:lnTo>
                <a:lnTo>
                  <a:pt x="980184" y="82230"/>
                </a:lnTo>
                <a:lnTo>
                  <a:pt x="1213718" y="32892"/>
                </a:lnTo>
                <a:lnTo>
                  <a:pt x="1598555" y="13157"/>
                </a:lnTo>
                <a:lnTo>
                  <a:pt x="1947211" y="16446"/>
                </a:lnTo>
                <a:lnTo>
                  <a:pt x="2565583" y="0"/>
                </a:lnTo>
                <a:lnTo>
                  <a:pt x="809145" y="0"/>
                </a:lnTo>
                <a:lnTo>
                  <a:pt x="654552" y="69073"/>
                </a:lnTo>
                <a:lnTo>
                  <a:pt x="532852" y="174328"/>
                </a:lnTo>
                <a:lnTo>
                  <a:pt x="447332" y="305896"/>
                </a:lnTo>
                <a:lnTo>
                  <a:pt x="348656" y="490092"/>
                </a:lnTo>
                <a:lnTo>
                  <a:pt x="286161" y="710469"/>
                </a:lnTo>
                <a:lnTo>
                  <a:pt x="217088" y="960449"/>
                </a:lnTo>
                <a:lnTo>
                  <a:pt x="151303" y="1220296"/>
                </a:lnTo>
                <a:lnTo>
                  <a:pt x="124990" y="1368311"/>
                </a:lnTo>
                <a:lnTo>
                  <a:pt x="78941" y="1654472"/>
                </a:lnTo>
                <a:lnTo>
                  <a:pt x="46049" y="1888006"/>
                </a:lnTo>
                <a:lnTo>
                  <a:pt x="23024" y="2161010"/>
                </a:lnTo>
                <a:lnTo>
                  <a:pt x="0" y="2430725"/>
                </a:lnTo>
                <a:close/>
              </a:path>
            </a:pathLst>
          </a:custGeom>
          <a:solidFill>
            <a:srgbClr val="990033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808E78-F2D3-135A-57BE-C3300C8954D8}"/>
              </a:ext>
            </a:extLst>
          </p:cNvPr>
          <p:cNvCxnSpPr>
            <a:cxnSpLocks/>
          </p:cNvCxnSpPr>
          <p:nvPr/>
        </p:nvCxnSpPr>
        <p:spPr>
          <a:xfrm flipV="1">
            <a:off x="405078" y="1557307"/>
            <a:ext cx="2563200" cy="1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054569-F8CD-8520-86A2-444D005E1C61}"/>
              </a:ext>
            </a:extLst>
          </p:cNvPr>
          <p:cNvCxnSpPr/>
          <p:nvPr/>
        </p:nvCxnSpPr>
        <p:spPr>
          <a:xfrm>
            <a:off x="399116" y="944402"/>
            <a:ext cx="2563200" cy="5628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97FBA3-75A3-B14D-C913-74266AC55AD6}"/>
              </a:ext>
            </a:extLst>
          </p:cNvPr>
          <p:cNvCxnSpPr/>
          <p:nvPr/>
        </p:nvCxnSpPr>
        <p:spPr>
          <a:xfrm>
            <a:off x="407012" y="2180463"/>
            <a:ext cx="2563200" cy="5628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2B56C3C-FE51-401A-2B90-615BCEC95315}"/>
              </a:ext>
            </a:extLst>
          </p:cNvPr>
          <p:cNvSpPr/>
          <p:nvPr/>
        </p:nvSpPr>
        <p:spPr>
          <a:xfrm>
            <a:off x="399115" y="348429"/>
            <a:ext cx="2569163" cy="2410822"/>
          </a:xfrm>
          <a:custGeom>
            <a:avLst/>
            <a:gdLst>
              <a:gd name="connsiteX0" fmla="*/ 5056 w 3472156"/>
              <a:gd name="connsiteY0" fmla="*/ 2775433 h 2775433"/>
              <a:gd name="connsiteX1" fmla="*/ 5056 w 3472156"/>
              <a:gd name="connsiteY1" fmla="*/ 1756258 h 2775433"/>
              <a:gd name="connsiteX2" fmla="*/ 14581 w 3472156"/>
              <a:gd name="connsiteY2" fmla="*/ 1118083 h 2775433"/>
              <a:gd name="connsiteX3" fmla="*/ 166981 w 3472156"/>
              <a:gd name="connsiteY3" fmla="*/ 670408 h 2775433"/>
              <a:gd name="connsiteX4" fmla="*/ 471781 w 3472156"/>
              <a:gd name="connsiteY4" fmla="*/ 317983 h 2775433"/>
              <a:gd name="connsiteX5" fmla="*/ 1033756 w 3472156"/>
              <a:gd name="connsiteY5" fmla="*/ 117958 h 2775433"/>
              <a:gd name="connsiteX6" fmla="*/ 1595731 w 3472156"/>
              <a:gd name="connsiteY6" fmla="*/ 51283 h 2775433"/>
              <a:gd name="connsiteX7" fmla="*/ 2767306 w 3472156"/>
              <a:gd name="connsiteY7" fmla="*/ 22708 h 2775433"/>
              <a:gd name="connsiteX8" fmla="*/ 3472156 w 3472156"/>
              <a:gd name="connsiteY8" fmla="*/ 3658 h 2775433"/>
              <a:gd name="connsiteX0" fmla="*/ 5056 w 3472156"/>
              <a:gd name="connsiteY0" fmla="*/ 2776828 h 2776828"/>
              <a:gd name="connsiteX1" fmla="*/ 5056 w 3472156"/>
              <a:gd name="connsiteY1" fmla="*/ 1757653 h 2776828"/>
              <a:gd name="connsiteX2" fmla="*/ 14581 w 3472156"/>
              <a:gd name="connsiteY2" fmla="*/ 1119478 h 2776828"/>
              <a:gd name="connsiteX3" fmla="*/ 166981 w 3472156"/>
              <a:gd name="connsiteY3" fmla="*/ 671803 h 2776828"/>
              <a:gd name="connsiteX4" fmla="*/ 471781 w 3472156"/>
              <a:gd name="connsiteY4" fmla="*/ 319378 h 2776828"/>
              <a:gd name="connsiteX5" fmla="*/ 1033756 w 3472156"/>
              <a:gd name="connsiteY5" fmla="*/ 119353 h 2776828"/>
              <a:gd name="connsiteX6" fmla="*/ 1595731 w 3472156"/>
              <a:gd name="connsiteY6" fmla="*/ 52678 h 2776828"/>
              <a:gd name="connsiteX7" fmla="*/ 2405356 w 3472156"/>
              <a:gd name="connsiteY7" fmla="*/ 14578 h 2776828"/>
              <a:gd name="connsiteX8" fmla="*/ 3472156 w 3472156"/>
              <a:gd name="connsiteY8" fmla="*/ 5053 h 2776828"/>
              <a:gd name="connsiteX0" fmla="*/ 5056 w 3472156"/>
              <a:gd name="connsiteY0" fmla="*/ 2776828 h 2776828"/>
              <a:gd name="connsiteX1" fmla="*/ 5056 w 3472156"/>
              <a:gd name="connsiteY1" fmla="*/ 1757653 h 2776828"/>
              <a:gd name="connsiteX2" fmla="*/ 14581 w 3472156"/>
              <a:gd name="connsiteY2" fmla="*/ 1119478 h 2776828"/>
              <a:gd name="connsiteX3" fmla="*/ 166981 w 3472156"/>
              <a:gd name="connsiteY3" fmla="*/ 671803 h 2776828"/>
              <a:gd name="connsiteX4" fmla="*/ 471781 w 3472156"/>
              <a:gd name="connsiteY4" fmla="*/ 319378 h 2776828"/>
              <a:gd name="connsiteX5" fmla="*/ 1033756 w 3472156"/>
              <a:gd name="connsiteY5" fmla="*/ 119353 h 2776828"/>
              <a:gd name="connsiteX6" fmla="*/ 1576681 w 3472156"/>
              <a:gd name="connsiteY6" fmla="*/ 43153 h 2776828"/>
              <a:gd name="connsiteX7" fmla="*/ 2405356 w 3472156"/>
              <a:gd name="connsiteY7" fmla="*/ 14578 h 2776828"/>
              <a:gd name="connsiteX8" fmla="*/ 3472156 w 3472156"/>
              <a:gd name="connsiteY8" fmla="*/ 5053 h 2776828"/>
              <a:gd name="connsiteX0" fmla="*/ 5056 w 3472156"/>
              <a:gd name="connsiteY0" fmla="*/ 2776828 h 2776828"/>
              <a:gd name="connsiteX1" fmla="*/ 5056 w 3472156"/>
              <a:gd name="connsiteY1" fmla="*/ 1757653 h 2776828"/>
              <a:gd name="connsiteX2" fmla="*/ 14581 w 3472156"/>
              <a:gd name="connsiteY2" fmla="*/ 1119478 h 2776828"/>
              <a:gd name="connsiteX3" fmla="*/ 166981 w 3472156"/>
              <a:gd name="connsiteY3" fmla="*/ 671803 h 2776828"/>
              <a:gd name="connsiteX4" fmla="*/ 471781 w 3472156"/>
              <a:gd name="connsiteY4" fmla="*/ 319378 h 2776828"/>
              <a:gd name="connsiteX5" fmla="*/ 986131 w 3472156"/>
              <a:gd name="connsiteY5" fmla="*/ 109828 h 2776828"/>
              <a:gd name="connsiteX6" fmla="*/ 1576681 w 3472156"/>
              <a:gd name="connsiteY6" fmla="*/ 43153 h 2776828"/>
              <a:gd name="connsiteX7" fmla="*/ 2405356 w 3472156"/>
              <a:gd name="connsiteY7" fmla="*/ 14578 h 2776828"/>
              <a:gd name="connsiteX8" fmla="*/ 3472156 w 3472156"/>
              <a:gd name="connsiteY8" fmla="*/ 5053 h 2776828"/>
              <a:gd name="connsiteX0" fmla="*/ 5056 w 3472156"/>
              <a:gd name="connsiteY0" fmla="*/ 2776828 h 2776828"/>
              <a:gd name="connsiteX1" fmla="*/ 5056 w 3472156"/>
              <a:gd name="connsiteY1" fmla="*/ 2214853 h 2776828"/>
              <a:gd name="connsiteX2" fmla="*/ 14581 w 3472156"/>
              <a:gd name="connsiteY2" fmla="*/ 1119478 h 2776828"/>
              <a:gd name="connsiteX3" fmla="*/ 166981 w 3472156"/>
              <a:gd name="connsiteY3" fmla="*/ 671803 h 2776828"/>
              <a:gd name="connsiteX4" fmla="*/ 471781 w 3472156"/>
              <a:gd name="connsiteY4" fmla="*/ 319378 h 2776828"/>
              <a:gd name="connsiteX5" fmla="*/ 986131 w 3472156"/>
              <a:gd name="connsiteY5" fmla="*/ 109828 h 2776828"/>
              <a:gd name="connsiteX6" fmla="*/ 1576681 w 3472156"/>
              <a:gd name="connsiteY6" fmla="*/ 43153 h 2776828"/>
              <a:gd name="connsiteX7" fmla="*/ 2405356 w 3472156"/>
              <a:gd name="connsiteY7" fmla="*/ 14578 h 2776828"/>
              <a:gd name="connsiteX8" fmla="*/ 3472156 w 3472156"/>
              <a:gd name="connsiteY8" fmla="*/ 5053 h 2776828"/>
              <a:gd name="connsiteX0" fmla="*/ 1605 w 3468705"/>
              <a:gd name="connsiteY0" fmla="*/ 2776828 h 2776828"/>
              <a:gd name="connsiteX1" fmla="*/ 1605 w 3468705"/>
              <a:gd name="connsiteY1" fmla="*/ 2214853 h 2776828"/>
              <a:gd name="connsiteX2" fmla="*/ 20655 w 3468705"/>
              <a:gd name="connsiteY2" fmla="*/ 1414753 h 2776828"/>
              <a:gd name="connsiteX3" fmla="*/ 163530 w 3468705"/>
              <a:gd name="connsiteY3" fmla="*/ 671803 h 2776828"/>
              <a:gd name="connsiteX4" fmla="*/ 468330 w 3468705"/>
              <a:gd name="connsiteY4" fmla="*/ 319378 h 2776828"/>
              <a:gd name="connsiteX5" fmla="*/ 982680 w 3468705"/>
              <a:gd name="connsiteY5" fmla="*/ 109828 h 2776828"/>
              <a:gd name="connsiteX6" fmla="*/ 1573230 w 3468705"/>
              <a:gd name="connsiteY6" fmla="*/ 43153 h 2776828"/>
              <a:gd name="connsiteX7" fmla="*/ 2401905 w 3468705"/>
              <a:gd name="connsiteY7" fmla="*/ 14578 h 2776828"/>
              <a:gd name="connsiteX8" fmla="*/ 3468705 w 3468705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776578 h 2776828"/>
              <a:gd name="connsiteX4" fmla="*/ 469106 w 3469481"/>
              <a:gd name="connsiteY4" fmla="*/ 319378 h 2776828"/>
              <a:gd name="connsiteX5" fmla="*/ 983456 w 3469481"/>
              <a:gd name="connsiteY5" fmla="*/ 1098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776578 h 2776828"/>
              <a:gd name="connsiteX4" fmla="*/ 516731 w 3469481"/>
              <a:gd name="connsiteY4" fmla="*/ 367003 h 2776828"/>
              <a:gd name="connsiteX5" fmla="*/ 983456 w 3469481"/>
              <a:gd name="connsiteY5" fmla="*/ 1098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776578 h 2776828"/>
              <a:gd name="connsiteX4" fmla="*/ 516731 w 3469481"/>
              <a:gd name="connsiteY4" fmla="*/ 367003 h 2776828"/>
              <a:gd name="connsiteX5" fmla="*/ 1040606 w 3469481"/>
              <a:gd name="connsiteY5" fmla="*/ 1479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776578 h 2776828"/>
              <a:gd name="connsiteX4" fmla="*/ 592931 w 3469481"/>
              <a:gd name="connsiteY4" fmla="*/ 452728 h 2776828"/>
              <a:gd name="connsiteX5" fmla="*/ 1040606 w 3469481"/>
              <a:gd name="connsiteY5" fmla="*/ 1479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2381 w 3469481"/>
              <a:gd name="connsiteY0" fmla="*/ 2776828 h 2776828"/>
              <a:gd name="connsiteX1" fmla="*/ 2381 w 3469481"/>
              <a:gd name="connsiteY1" fmla="*/ 2214853 h 2776828"/>
              <a:gd name="connsiteX2" fmla="*/ 21431 w 3469481"/>
              <a:gd name="connsiteY2" fmla="*/ 1414753 h 2776828"/>
              <a:gd name="connsiteX3" fmla="*/ 211931 w 3469481"/>
              <a:gd name="connsiteY3" fmla="*/ 919453 h 2776828"/>
              <a:gd name="connsiteX4" fmla="*/ 592931 w 3469481"/>
              <a:gd name="connsiteY4" fmla="*/ 452728 h 2776828"/>
              <a:gd name="connsiteX5" fmla="*/ 1040606 w 3469481"/>
              <a:gd name="connsiteY5" fmla="*/ 147928 h 2776828"/>
              <a:gd name="connsiteX6" fmla="*/ 1574006 w 3469481"/>
              <a:gd name="connsiteY6" fmla="*/ 43153 h 2776828"/>
              <a:gd name="connsiteX7" fmla="*/ 2402681 w 3469481"/>
              <a:gd name="connsiteY7" fmla="*/ 14578 h 2776828"/>
              <a:gd name="connsiteX8" fmla="*/ 3469481 w 3469481"/>
              <a:gd name="connsiteY8" fmla="*/ 5053 h 2776828"/>
              <a:gd name="connsiteX0" fmla="*/ 3711 w 3470811"/>
              <a:gd name="connsiteY0" fmla="*/ 2776828 h 2776828"/>
              <a:gd name="connsiteX1" fmla="*/ 3711 w 3470811"/>
              <a:gd name="connsiteY1" fmla="*/ 2214853 h 2776828"/>
              <a:gd name="connsiteX2" fmla="*/ 51336 w 3470811"/>
              <a:gd name="connsiteY2" fmla="*/ 1443328 h 2776828"/>
              <a:gd name="connsiteX3" fmla="*/ 213261 w 3470811"/>
              <a:gd name="connsiteY3" fmla="*/ 919453 h 2776828"/>
              <a:gd name="connsiteX4" fmla="*/ 594261 w 3470811"/>
              <a:gd name="connsiteY4" fmla="*/ 452728 h 2776828"/>
              <a:gd name="connsiteX5" fmla="*/ 1041936 w 3470811"/>
              <a:gd name="connsiteY5" fmla="*/ 147928 h 2776828"/>
              <a:gd name="connsiteX6" fmla="*/ 1575336 w 3470811"/>
              <a:gd name="connsiteY6" fmla="*/ 43153 h 2776828"/>
              <a:gd name="connsiteX7" fmla="*/ 2404011 w 3470811"/>
              <a:gd name="connsiteY7" fmla="*/ 14578 h 2776828"/>
              <a:gd name="connsiteX8" fmla="*/ 3470811 w 3470811"/>
              <a:gd name="connsiteY8" fmla="*/ 5053 h 2776828"/>
              <a:gd name="connsiteX0" fmla="*/ 3711 w 3470811"/>
              <a:gd name="connsiteY0" fmla="*/ 2776828 h 2776828"/>
              <a:gd name="connsiteX1" fmla="*/ 3711 w 3470811"/>
              <a:gd name="connsiteY1" fmla="*/ 2214853 h 2776828"/>
              <a:gd name="connsiteX2" fmla="*/ 51336 w 3470811"/>
              <a:gd name="connsiteY2" fmla="*/ 1443328 h 2776828"/>
              <a:gd name="connsiteX3" fmla="*/ 213261 w 3470811"/>
              <a:gd name="connsiteY3" fmla="*/ 919453 h 2776828"/>
              <a:gd name="connsiteX4" fmla="*/ 594261 w 3470811"/>
              <a:gd name="connsiteY4" fmla="*/ 452728 h 2776828"/>
              <a:gd name="connsiteX5" fmla="*/ 1032411 w 3470811"/>
              <a:gd name="connsiteY5" fmla="*/ 176503 h 2776828"/>
              <a:gd name="connsiteX6" fmla="*/ 1575336 w 3470811"/>
              <a:gd name="connsiteY6" fmla="*/ 43153 h 2776828"/>
              <a:gd name="connsiteX7" fmla="*/ 2404011 w 3470811"/>
              <a:gd name="connsiteY7" fmla="*/ 14578 h 2776828"/>
              <a:gd name="connsiteX8" fmla="*/ 3470811 w 3470811"/>
              <a:gd name="connsiteY8" fmla="*/ 5053 h 2776828"/>
              <a:gd name="connsiteX0" fmla="*/ 3711 w 3470811"/>
              <a:gd name="connsiteY0" fmla="*/ 2776828 h 2776828"/>
              <a:gd name="connsiteX1" fmla="*/ 3711 w 3470811"/>
              <a:gd name="connsiteY1" fmla="*/ 2214853 h 2776828"/>
              <a:gd name="connsiteX2" fmla="*/ 51336 w 3470811"/>
              <a:gd name="connsiteY2" fmla="*/ 1443328 h 2776828"/>
              <a:gd name="connsiteX3" fmla="*/ 213261 w 3470811"/>
              <a:gd name="connsiteY3" fmla="*/ 919453 h 2776828"/>
              <a:gd name="connsiteX4" fmla="*/ 594261 w 3470811"/>
              <a:gd name="connsiteY4" fmla="*/ 452728 h 2776828"/>
              <a:gd name="connsiteX5" fmla="*/ 1032411 w 3470811"/>
              <a:gd name="connsiteY5" fmla="*/ 176503 h 2776828"/>
              <a:gd name="connsiteX6" fmla="*/ 1603911 w 3470811"/>
              <a:gd name="connsiteY6" fmla="*/ 52678 h 2776828"/>
              <a:gd name="connsiteX7" fmla="*/ 2404011 w 3470811"/>
              <a:gd name="connsiteY7" fmla="*/ 14578 h 2776828"/>
              <a:gd name="connsiteX8" fmla="*/ 3470811 w 3470811"/>
              <a:gd name="connsiteY8" fmla="*/ 5053 h 2776828"/>
              <a:gd name="connsiteX0" fmla="*/ 3711 w 3470811"/>
              <a:gd name="connsiteY0" fmla="*/ 2775658 h 2775658"/>
              <a:gd name="connsiteX1" fmla="*/ 3711 w 3470811"/>
              <a:gd name="connsiteY1" fmla="*/ 2213683 h 2775658"/>
              <a:gd name="connsiteX2" fmla="*/ 51336 w 3470811"/>
              <a:gd name="connsiteY2" fmla="*/ 1442158 h 2775658"/>
              <a:gd name="connsiteX3" fmla="*/ 213261 w 3470811"/>
              <a:gd name="connsiteY3" fmla="*/ 918283 h 2775658"/>
              <a:gd name="connsiteX4" fmla="*/ 594261 w 3470811"/>
              <a:gd name="connsiteY4" fmla="*/ 451558 h 2775658"/>
              <a:gd name="connsiteX5" fmla="*/ 1032411 w 3470811"/>
              <a:gd name="connsiteY5" fmla="*/ 175333 h 2775658"/>
              <a:gd name="connsiteX6" fmla="*/ 1603911 w 3470811"/>
              <a:gd name="connsiteY6" fmla="*/ 51508 h 2775658"/>
              <a:gd name="connsiteX7" fmla="*/ 2388771 w 3470811"/>
              <a:gd name="connsiteY7" fmla="*/ 20963 h 2775658"/>
              <a:gd name="connsiteX8" fmla="*/ 3470811 w 3470811"/>
              <a:gd name="connsiteY8" fmla="*/ 3883 h 2775658"/>
              <a:gd name="connsiteX0" fmla="*/ 3711 w 3467001"/>
              <a:gd name="connsiteY0" fmla="*/ 2763745 h 2763745"/>
              <a:gd name="connsiteX1" fmla="*/ 3711 w 3467001"/>
              <a:gd name="connsiteY1" fmla="*/ 2201770 h 2763745"/>
              <a:gd name="connsiteX2" fmla="*/ 51336 w 3467001"/>
              <a:gd name="connsiteY2" fmla="*/ 1430245 h 2763745"/>
              <a:gd name="connsiteX3" fmla="*/ 213261 w 3467001"/>
              <a:gd name="connsiteY3" fmla="*/ 906370 h 2763745"/>
              <a:gd name="connsiteX4" fmla="*/ 594261 w 3467001"/>
              <a:gd name="connsiteY4" fmla="*/ 439645 h 2763745"/>
              <a:gd name="connsiteX5" fmla="*/ 1032411 w 3467001"/>
              <a:gd name="connsiteY5" fmla="*/ 163420 h 2763745"/>
              <a:gd name="connsiteX6" fmla="*/ 1603911 w 3467001"/>
              <a:gd name="connsiteY6" fmla="*/ 39595 h 2763745"/>
              <a:gd name="connsiteX7" fmla="*/ 2388771 w 3467001"/>
              <a:gd name="connsiteY7" fmla="*/ 9050 h 2763745"/>
              <a:gd name="connsiteX8" fmla="*/ 3467001 w 3467001"/>
              <a:gd name="connsiteY8" fmla="*/ 7080 h 2763745"/>
              <a:gd name="connsiteX0" fmla="*/ 3711 w 3470811"/>
              <a:gd name="connsiteY0" fmla="*/ 2761536 h 2761536"/>
              <a:gd name="connsiteX1" fmla="*/ 3711 w 3470811"/>
              <a:gd name="connsiteY1" fmla="*/ 2199561 h 2761536"/>
              <a:gd name="connsiteX2" fmla="*/ 51336 w 3470811"/>
              <a:gd name="connsiteY2" fmla="*/ 1428036 h 2761536"/>
              <a:gd name="connsiteX3" fmla="*/ 213261 w 3470811"/>
              <a:gd name="connsiteY3" fmla="*/ 904161 h 2761536"/>
              <a:gd name="connsiteX4" fmla="*/ 594261 w 3470811"/>
              <a:gd name="connsiteY4" fmla="*/ 437436 h 2761536"/>
              <a:gd name="connsiteX5" fmla="*/ 1032411 w 3470811"/>
              <a:gd name="connsiteY5" fmla="*/ 161211 h 2761536"/>
              <a:gd name="connsiteX6" fmla="*/ 1603911 w 3470811"/>
              <a:gd name="connsiteY6" fmla="*/ 37386 h 2761536"/>
              <a:gd name="connsiteX7" fmla="*/ 2388771 w 3470811"/>
              <a:gd name="connsiteY7" fmla="*/ 6841 h 2761536"/>
              <a:gd name="connsiteX8" fmla="*/ 3470811 w 3470811"/>
              <a:gd name="connsiteY8" fmla="*/ 8649 h 2761536"/>
              <a:gd name="connsiteX0" fmla="*/ 3711 w 3470811"/>
              <a:gd name="connsiteY0" fmla="*/ 2757423 h 2757423"/>
              <a:gd name="connsiteX1" fmla="*/ 3711 w 3470811"/>
              <a:gd name="connsiteY1" fmla="*/ 2195448 h 2757423"/>
              <a:gd name="connsiteX2" fmla="*/ 51336 w 3470811"/>
              <a:gd name="connsiteY2" fmla="*/ 1423923 h 2757423"/>
              <a:gd name="connsiteX3" fmla="*/ 213261 w 3470811"/>
              <a:gd name="connsiteY3" fmla="*/ 900048 h 2757423"/>
              <a:gd name="connsiteX4" fmla="*/ 594261 w 3470811"/>
              <a:gd name="connsiteY4" fmla="*/ 433323 h 2757423"/>
              <a:gd name="connsiteX5" fmla="*/ 1032411 w 3470811"/>
              <a:gd name="connsiteY5" fmla="*/ 157098 h 2757423"/>
              <a:gd name="connsiteX6" fmla="*/ 1603911 w 3470811"/>
              <a:gd name="connsiteY6" fmla="*/ 33273 h 2757423"/>
              <a:gd name="connsiteX7" fmla="*/ 2388771 w 3470811"/>
              <a:gd name="connsiteY7" fmla="*/ 2728 h 2757423"/>
              <a:gd name="connsiteX8" fmla="*/ 3470811 w 3470811"/>
              <a:gd name="connsiteY8" fmla="*/ 4536 h 2757423"/>
              <a:gd name="connsiteX0" fmla="*/ 3711 w 3467001"/>
              <a:gd name="connsiteY0" fmla="*/ 2767997 h 2767997"/>
              <a:gd name="connsiteX1" fmla="*/ 3711 w 3467001"/>
              <a:gd name="connsiteY1" fmla="*/ 2206022 h 2767997"/>
              <a:gd name="connsiteX2" fmla="*/ 51336 w 3467001"/>
              <a:gd name="connsiteY2" fmla="*/ 1434497 h 2767997"/>
              <a:gd name="connsiteX3" fmla="*/ 213261 w 3467001"/>
              <a:gd name="connsiteY3" fmla="*/ 910622 h 2767997"/>
              <a:gd name="connsiteX4" fmla="*/ 594261 w 3467001"/>
              <a:gd name="connsiteY4" fmla="*/ 443897 h 2767997"/>
              <a:gd name="connsiteX5" fmla="*/ 1032411 w 3467001"/>
              <a:gd name="connsiteY5" fmla="*/ 167672 h 2767997"/>
              <a:gd name="connsiteX6" fmla="*/ 1603911 w 3467001"/>
              <a:gd name="connsiteY6" fmla="*/ 43847 h 2767997"/>
              <a:gd name="connsiteX7" fmla="*/ 2388771 w 3467001"/>
              <a:gd name="connsiteY7" fmla="*/ 13302 h 2767997"/>
              <a:gd name="connsiteX8" fmla="*/ 3467001 w 3467001"/>
              <a:gd name="connsiteY8" fmla="*/ 0 h 276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67001" h="2767997">
                <a:moveTo>
                  <a:pt x="3711" y="2767997"/>
                </a:moveTo>
                <a:cubicBezTo>
                  <a:pt x="2917" y="2396522"/>
                  <a:pt x="-4227" y="2428272"/>
                  <a:pt x="3711" y="2206022"/>
                </a:cubicBezTo>
                <a:cubicBezTo>
                  <a:pt x="11649" y="1983772"/>
                  <a:pt x="16411" y="1650397"/>
                  <a:pt x="51336" y="1434497"/>
                </a:cubicBezTo>
                <a:cubicBezTo>
                  <a:pt x="86261" y="1218597"/>
                  <a:pt x="122774" y="1075722"/>
                  <a:pt x="213261" y="910622"/>
                </a:cubicBezTo>
                <a:cubicBezTo>
                  <a:pt x="303749" y="745522"/>
                  <a:pt x="457736" y="567722"/>
                  <a:pt x="594261" y="443897"/>
                </a:cubicBezTo>
                <a:cubicBezTo>
                  <a:pt x="730786" y="320072"/>
                  <a:pt x="864136" y="234347"/>
                  <a:pt x="1032411" y="167672"/>
                </a:cubicBezTo>
                <a:cubicBezTo>
                  <a:pt x="1200686" y="100997"/>
                  <a:pt x="1377851" y="69575"/>
                  <a:pt x="1603911" y="43847"/>
                </a:cubicBezTo>
                <a:cubicBezTo>
                  <a:pt x="1829971" y="18119"/>
                  <a:pt x="2388771" y="13302"/>
                  <a:pt x="2388771" y="13302"/>
                </a:cubicBezTo>
                <a:cubicBezTo>
                  <a:pt x="2701508" y="5365"/>
                  <a:pt x="3353654" y="2410"/>
                  <a:pt x="3467001" y="0"/>
                </a:cubicBezTo>
              </a:path>
            </a:pathLst>
          </a:cu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3945ED-674D-A713-5D04-5A7F7CEC04E1}"/>
              </a:ext>
            </a:extLst>
          </p:cNvPr>
          <p:cNvCxnSpPr>
            <a:cxnSpLocks/>
          </p:cNvCxnSpPr>
          <p:nvPr/>
        </p:nvCxnSpPr>
        <p:spPr>
          <a:xfrm>
            <a:off x="402826" y="513219"/>
            <a:ext cx="540000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5276F8-7FA0-88A4-9CFD-C4F991DDA3BD}"/>
              </a:ext>
            </a:extLst>
          </p:cNvPr>
          <p:cNvCxnSpPr>
            <a:cxnSpLocks/>
          </p:cNvCxnSpPr>
          <p:nvPr/>
        </p:nvCxnSpPr>
        <p:spPr>
          <a:xfrm>
            <a:off x="942826" y="513219"/>
            <a:ext cx="0" cy="226187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4DC18DB-AAD2-B3D5-1845-303D8CBD00F7}"/>
              </a:ext>
            </a:extLst>
          </p:cNvPr>
          <p:cNvCxnSpPr>
            <a:cxnSpLocks/>
          </p:cNvCxnSpPr>
          <p:nvPr/>
        </p:nvCxnSpPr>
        <p:spPr>
          <a:xfrm>
            <a:off x="1120144" y="513219"/>
            <a:ext cx="0" cy="226187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ACC373-7B47-E7FD-969A-7BC282DDDE43}"/>
              </a:ext>
            </a:extLst>
          </p:cNvPr>
          <p:cNvCxnSpPr>
            <a:cxnSpLocks/>
          </p:cNvCxnSpPr>
          <p:nvPr/>
        </p:nvCxnSpPr>
        <p:spPr>
          <a:xfrm>
            <a:off x="402826" y="513219"/>
            <a:ext cx="720000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3E177EF-C5AE-8CDA-6025-55986A51DDFF}"/>
              </a:ext>
            </a:extLst>
          </p:cNvPr>
          <p:cNvSpPr/>
          <p:nvPr/>
        </p:nvSpPr>
        <p:spPr>
          <a:xfrm>
            <a:off x="405078" y="339522"/>
            <a:ext cx="2568633" cy="2442333"/>
          </a:xfrm>
          <a:prstGeom prst="rect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E4ACD13-75EA-6CCC-78EE-8D8A1A9D8C8E}"/>
              </a:ext>
            </a:extLst>
          </p:cNvPr>
          <p:cNvSpPr/>
          <p:nvPr/>
        </p:nvSpPr>
        <p:spPr>
          <a:xfrm>
            <a:off x="402826" y="339523"/>
            <a:ext cx="818679" cy="2442333"/>
          </a:xfrm>
          <a:custGeom>
            <a:avLst/>
            <a:gdLst>
              <a:gd name="connsiteX0" fmla="*/ 0 w 866775"/>
              <a:gd name="connsiteY0" fmla="*/ 2781300 h 2781300"/>
              <a:gd name="connsiteX1" fmla="*/ 57150 w 866775"/>
              <a:gd name="connsiteY1" fmla="*/ 2038350 h 2781300"/>
              <a:gd name="connsiteX2" fmla="*/ 171450 w 866775"/>
              <a:gd name="connsiteY2" fmla="*/ 1295400 h 2781300"/>
              <a:gd name="connsiteX3" fmla="*/ 390525 w 866775"/>
              <a:gd name="connsiteY3" fmla="*/ 504825 h 2781300"/>
              <a:gd name="connsiteX4" fmla="*/ 619125 w 866775"/>
              <a:gd name="connsiteY4" fmla="*/ 161925 h 2781300"/>
              <a:gd name="connsiteX5" fmla="*/ 866775 w 866775"/>
              <a:gd name="connsiteY5" fmla="*/ 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775" h="2781300">
                <a:moveTo>
                  <a:pt x="0" y="2781300"/>
                </a:moveTo>
                <a:cubicBezTo>
                  <a:pt x="14287" y="2533650"/>
                  <a:pt x="28575" y="2286000"/>
                  <a:pt x="57150" y="2038350"/>
                </a:cubicBezTo>
                <a:cubicBezTo>
                  <a:pt x="85725" y="1790700"/>
                  <a:pt x="115888" y="1550987"/>
                  <a:pt x="171450" y="1295400"/>
                </a:cubicBezTo>
                <a:cubicBezTo>
                  <a:pt x="227013" y="1039812"/>
                  <a:pt x="315913" y="693737"/>
                  <a:pt x="390525" y="504825"/>
                </a:cubicBezTo>
                <a:cubicBezTo>
                  <a:pt x="465138" y="315912"/>
                  <a:pt x="539750" y="246062"/>
                  <a:pt x="619125" y="161925"/>
                </a:cubicBezTo>
                <a:cubicBezTo>
                  <a:pt x="698500" y="77787"/>
                  <a:pt x="866775" y="0"/>
                  <a:pt x="866775" y="0"/>
                </a:cubicBezTo>
              </a:path>
            </a:pathLst>
          </a:custGeom>
          <a:noFill/>
          <a:ln w="28575">
            <a:solidFill>
              <a:srgbClr val="990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E35945-C90E-AC2A-B0C2-FE2A50F952BE}"/>
              </a:ext>
            </a:extLst>
          </p:cNvPr>
          <p:cNvSpPr txBox="1"/>
          <p:nvPr/>
        </p:nvSpPr>
        <p:spPr>
          <a:xfrm>
            <a:off x="3752812" y="1445702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026E71-3CA4-16A2-CB7A-B7D169FECEA4}"/>
              </a:ext>
            </a:extLst>
          </p:cNvPr>
          <p:cNvSpPr txBox="1"/>
          <p:nvPr/>
        </p:nvSpPr>
        <p:spPr>
          <a:xfrm>
            <a:off x="3752812" y="94029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D36354-787D-674B-5BB5-8ADFA9386468}"/>
              </a:ext>
            </a:extLst>
          </p:cNvPr>
          <p:cNvSpPr txBox="1"/>
          <p:nvPr/>
        </p:nvSpPr>
        <p:spPr>
          <a:xfrm>
            <a:off x="3752812" y="119299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75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B220E7-E6A0-0885-8DE2-26E175649936}"/>
              </a:ext>
            </a:extLst>
          </p:cNvPr>
          <p:cNvSpPr txBox="1"/>
          <p:nvPr/>
        </p:nvSpPr>
        <p:spPr>
          <a:xfrm>
            <a:off x="3752812" y="1698406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BCE085-85A2-FAE1-4655-C44D3381950D}"/>
              </a:ext>
            </a:extLst>
          </p:cNvPr>
          <p:cNvSpPr txBox="1"/>
          <p:nvPr/>
        </p:nvSpPr>
        <p:spPr>
          <a:xfrm>
            <a:off x="3757335" y="1043739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</a:t>
            </a:r>
            <a:r>
              <a:rPr lang="en-GB" sz="800" baseline="-25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</a:t>
            </a:r>
            <a:r>
              <a:rPr lang="en-GB" sz="800" baseline="30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</a:t>
            </a:r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D9FD4D-45C0-9A7C-31CB-F62D9EDDF709}"/>
              </a:ext>
            </a:extLst>
          </p:cNvPr>
          <p:cNvSpPr txBox="1"/>
          <p:nvPr/>
        </p:nvSpPr>
        <p:spPr>
          <a:xfrm rot="16200000">
            <a:off x="3272690" y="1449585"/>
            <a:ext cx="10235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Percentiles [%]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BD6DC5-5299-5282-3BB9-17F0FD2F6E0D}"/>
              </a:ext>
            </a:extLst>
          </p:cNvPr>
          <p:cNvSpPr txBox="1"/>
          <p:nvPr/>
        </p:nvSpPr>
        <p:spPr>
          <a:xfrm>
            <a:off x="4085653" y="2262807"/>
            <a:ext cx="10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tp [mm/24h]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E3FC7F-4DA1-77C4-14CC-063DCF86B6A2}"/>
              </a:ext>
            </a:extLst>
          </p:cNvPr>
          <p:cNvSpPr txBox="1"/>
          <p:nvPr/>
        </p:nvSpPr>
        <p:spPr>
          <a:xfrm>
            <a:off x="4621975" y="1012159"/>
            <a:ext cx="5069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ECDF</a:t>
            </a:r>
            <a:r>
              <a:rPr lang="en-GB" sz="800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OBS</a:t>
            </a:r>
            <a:endParaRPr lang="en-GB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E5366C-1A5B-04F0-2954-0E3C0BD49794}"/>
              </a:ext>
            </a:extLst>
          </p:cNvPr>
          <p:cNvSpPr txBox="1"/>
          <p:nvPr/>
        </p:nvSpPr>
        <p:spPr>
          <a:xfrm>
            <a:off x="4199894" y="851806"/>
            <a:ext cx="5613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990033"/>
                </a:solidFill>
              </a:rPr>
              <a:t>ECDF</a:t>
            </a:r>
            <a:r>
              <a:rPr lang="en-GB" sz="800" baseline="-25000" dirty="0">
                <a:solidFill>
                  <a:srgbClr val="990033"/>
                </a:solidFill>
              </a:rPr>
              <a:t>NWP</a:t>
            </a:r>
            <a:endParaRPr lang="en-GB" sz="800" dirty="0">
              <a:solidFill>
                <a:srgbClr val="990033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228606-DFFA-2181-A561-8E17D93E6525}"/>
              </a:ext>
            </a:extLst>
          </p:cNvPr>
          <p:cNvSpPr txBox="1"/>
          <p:nvPr/>
        </p:nvSpPr>
        <p:spPr>
          <a:xfrm>
            <a:off x="3851004" y="2076183"/>
            <a:ext cx="60841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>
                <a:solidFill>
                  <a:srgbClr val="990033"/>
                </a:solidFill>
              </a:rPr>
              <a:t>tp</a:t>
            </a:r>
            <a:r>
              <a:rPr lang="en-GB" sz="800" baseline="-25000" dirty="0">
                <a:solidFill>
                  <a:srgbClr val="990033"/>
                </a:solidFill>
              </a:rPr>
              <a:t>NWP</a:t>
            </a:r>
            <a:r>
              <a:rPr lang="en-GB" sz="800" dirty="0">
                <a:solidFill>
                  <a:srgbClr val="990033"/>
                </a:solidFill>
              </a:rPr>
              <a:t>(x</a:t>
            </a:r>
            <a:r>
              <a:rPr lang="en-GB" sz="800" baseline="-25000" dirty="0">
                <a:solidFill>
                  <a:srgbClr val="990033"/>
                </a:solidFill>
              </a:rPr>
              <a:t>i</a:t>
            </a:r>
            <a:r>
              <a:rPr lang="en-GB" sz="800" baseline="30000" dirty="0">
                <a:solidFill>
                  <a:srgbClr val="990033"/>
                </a:solidFill>
              </a:rPr>
              <a:t>th</a:t>
            </a:r>
            <a:r>
              <a:rPr lang="en-GB" sz="800" dirty="0">
                <a:solidFill>
                  <a:srgbClr val="990033"/>
                </a:solidFill>
              </a:rPr>
              <a:t>)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64294F-A050-8127-6AA5-41126DC6E2BB}"/>
              </a:ext>
            </a:extLst>
          </p:cNvPr>
          <p:cNvSpPr txBox="1"/>
          <p:nvPr/>
        </p:nvSpPr>
        <p:spPr>
          <a:xfrm>
            <a:off x="4290981" y="2076183"/>
            <a:ext cx="94059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tp</a:t>
            </a:r>
            <a:r>
              <a:rPr lang="en-GB" sz="800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OBS</a:t>
            </a:r>
            <a:r>
              <a:rPr lang="en-GB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(x</a:t>
            </a:r>
            <a:r>
              <a:rPr lang="en-GB" sz="800" baseline="-25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</a:t>
            </a:r>
            <a:r>
              <a:rPr lang="en-GB" sz="800" baseline="30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</a:t>
            </a:r>
            <a:r>
              <a:rPr lang="en-GB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5AB285-8EBC-FE05-AAD9-83C6EAD202C0}"/>
              </a:ext>
            </a:extLst>
          </p:cNvPr>
          <p:cNvSpPr txBox="1"/>
          <p:nvPr/>
        </p:nvSpPr>
        <p:spPr>
          <a:xfrm>
            <a:off x="3752812" y="1951109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37545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F2909-956F-7B61-83D4-31C983A6E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6A3A3370-6E6D-4BD4-42AA-38D9A2535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1742" y="1087733"/>
            <a:ext cx="1080000" cy="973521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3C4E5DA-48E2-2E3F-E285-388C08B6FDC3}"/>
              </a:ext>
            </a:extLst>
          </p:cNvPr>
          <p:cNvSpPr/>
          <p:nvPr/>
        </p:nvSpPr>
        <p:spPr>
          <a:xfrm>
            <a:off x="399918" y="737389"/>
            <a:ext cx="420682" cy="2322517"/>
          </a:xfrm>
          <a:custGeom>
            <a:avLst/>
            <a:gdLst>
              <a:gd name="connsiteX0" fmla="*/ 0 w 420682"/>
              <a:gd name="connsiteY0" fmla="*/ 2322517 h 2322517"/>
              <a:gd name="connsiteX1" fmla="*/ 2921 w 420682"/>
              <a:gd name="connsiteY1" fmla="*/ 1627223 h 2322517"/>
              <a:gd name="connsiteX2" fmla="*/ 11686 w 420682"/>
              <a:gd name="connsiteY2" fmla="*/ 1063391 h 2322517"/>
              <a:gd name="connsiteX3" fmla="*/ 14607 w 420682"/>
              <a:gd name="connsiteY3" fmla="*/ 575517 h 2322517"/>
              <a:gd name="connsiteX4" fmla="*/ 35057 w 420682"/>
              <a:gd name="connsiteY4" fmla="*/ 368097 h 2322517"/>
              <a:gd name="connsiteX5" fmla="*/ 52585 w 420682"/>
              <a:gd name="connsiteY5" fmla="*/ 236634 h 2322517"/>
              <a:gd name="connsiteX6" fmla="*/ 128542 w 420682"/>
              <a:gd name="connsiteY6" fmla="*/ 111013 h 2322517"/>
              <a:gd name="connsiteX7" fmla="*/ 236634 w 420682"/>
              <a:gd name="connsiteY7" fmla="*/ 67192 h 2322517"/>
              <a:gd name="connsiteX8" fmla="*/ 324276 w 420682"/>
              <a:gd name="connsiteY8" fmla="*/ 35057 h 2322517"/>
              <a:gd name="connsiteX9" fmla="*/ 420682 w 420682"/>
              <a:gd name="connsiteY9" fmla="*/ 2921 h 2322517"/>
              <a:gd name="connsiteX10" fmla="*/ 119778 w 420682"/>
              <a:gd name="connsiteY10" fmla="*/ 0 h 2322517"/>
              <a:gd name="connsiteX11" fmla="*/ 102249 w 420682"/>
              <a:gd name="connsiteY11" fmla="*/ 96406 h 2322517"/>
              <a:gd name="connsiteX12" fmla="*/ 87642 w 420682"/>
              <a:gd name="connsiteY12" fmla="*/ 222027 h 2322517"/>
              <a:gd name="connsiteX13" fmla="*/ 78878 w 420682"/>
              <a:gd name="connsiteY13" fmla="*/ 394389 h 2322517"/>
              <a:gd name="connsiteX14" fmla="*/ 58428 w 420682"/>
              <a:gd name="connsiteY14" fmla="*/ 800465 h 2322517"/>
              <a:gd name="connsiteX15" fmla="*/ 40900 w 420682"/>
              <a:gd name="connsiteY15" fmla="*/ 1104291 h 2322517"/>
              <a:gd name="connsiteX16" fmla="*/ 32136 w 420682"/>
              <a:gd name="connsiteY16" fmla="*/ 1381825 h 2322517"/>
              <a:gd name="connsiteX17" fmla="*/ 17528 w 420682"/>
              <a:gd name="connsiteY17" fmla="*/ 1606773 h 2322517"/>
              <a:gd name="connsiteX18" fmla="*/ 11686 w 420682"/>
              <a:gd name="connsiteY18" fmla="*/ 1828800 h 2322517"/>
              <a:gd name="connsiteX19" fmla="*/ 0 w 420682"/>
              <a:gd name="connsiteY19" fmla="*/ 2322517 h 2322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20682" h="2322517">
                <a:moveTo>
                  <a:pt x="0" y="2322517"/>
                </a:moveTo>
                <a:cubicBezTo>
                  <a:pt x="974" y="2090752"/>
                  <a:pt x="1947" y="1858988"/>
                  <a:pt x="2921" y="1627223"/>
                </a:cubicBezTo>
                <a:lnTo>
                  <a:pt x="11686" y="1063391"/>
                </a:lnTo>
                <a:cubicBezTo>
                  <a:pt x="12660" y="900766"/>
                  <a:pt x="13633" y="738142"/>
                  <a:pt x="14607" y="575517"/>
                </a:cubicBezTo>
                <a:lnTo>
                  <a:pt x="35057" y="368097"/>
                </a:lnTo>
                <a:lnTo>
                  <a:pt x="52585" y="236634"/>
                </a:lnTo>
                <a:lnTo>
                  <a:pt x="128542" y="111013"/>
                </a:lnTo>
                <a:lnTo>
                  <a:pt x="236634" y="67192"/>
                </a:lnTo>
                <a:lnTo>
                  <a:pt x="324276" y="35057"/>
                </a:lnTo>
                <a:lnTo>
                  <a:pt x="420682" y="2921"/>
                </a:lnTo>
                <a:lnTo>
                  <a:pt x="119778" y="0"/>
                </a:lnTo>
                <a:lnTo>
                  <a:pt x="102249" y="96406"/>
                </a:lnTo>
                <a:lnTo>
                  <a:pt x="87642" y="222027"/>
                </a:lnTo>
                <a:lnTo>
                  <a:pt x="78878" y="394389"/>
                </a:lnTo>
                <a:lnTo>
                  <a:pt x="58428" y="800465"/>
                </a:lnTo>
                <a:lnTo>
                  <a:pt x="40900" y="1104291"/>
                </a:lnTo>
                <a:lnTo>
                  <a:pt x="32136" y="1381825"/>
                </a:lnTo>
                <a:lnTo>
                  <a:pt x="17528" y="1606773"/>
                </a:lnTo>
                <a:lnTo>
                  <a:pt x="11686" y="1828800"/>
                </a:lnTo>
                <a:lnTo>
                  <a:pt x="0" y="2322517"/>
                </a:lnTo>
                <a:close/>
              </a:path>
            </a:pathLst>
          </a:custGeom>
          <a:solidFill>
            <a:srgbClr val="990033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4CCA4A7-98AC-9918-8AD0-EAAAB1607804}"/>
              </a:ext>
            </a:extLst>
          </p:cNvPr>
          <p:cNvCxnSpPr>
            <a:cxnSpLocks/>
          </p:cNvCxnSpPr>
          <p:nvPr/>
        </p:nvCxnSpPr>
        <p:spPr>
          <a:xfrm rot="16200000">
            <a:off x="-254661" y="1884995"/>
            <a:ext cx="2336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0415C6-F4F3-961F-D10D-1ADA3AA4F0FE}"/>
              </a:ext>
            </a:extLst>
          </p:cNvPr>
          <p:cNvCxnSpPr>
            <a:cxnSpLocks/>
          </p:cNvCxnSpPr>
          <p:nvPr/>
        </p:nvCxnSpPr>
        <p:spPr>
          <a:xfrm rot="16200000">
            <a:off x="259065" y="1884996"/>
            <a:ext cx="2336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C8E913F-A890-85B2-8A4F-313CCF608420}"/>
              </a:ext>
            </a:extLst>
          </p:cNvPr>
          <p:cNvCxnSpPr>
            <a:cxnSpLocks/>
          </p:cNvCxnSpPr>
          <p:nvPr/>
        </p:nvCxnSpPr>
        <p:spPr>
          <a:xfrm rot="16200000">
            <a:off x="772791" y="1884996"/>
            <a:ext cx="2336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D5653B-5825-E8BC-51D5-7EADC3C879F6}"/>
              </a:ext>
            </a:extLst>
          </p:cNvPr>
          <p:cNvCxnSpPr>
            <a:cxnSpLocks/>
          </p:cNvCxnSpPr>
          <p:nvPr/>
        </p:nvCxnSpPr>
        <p:spPr>
          <a:xfrm rot="16200000">
            <a:off x="1286517" y="1884996"/>
            <a:ext cx="2336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AD54D91-5D31-0FDA-3FDA-397CDE2AC94A}"/>
              </a:ext>
            </a:extLst>
          </p:cNvPr>
          <p:cNvCxnSpPr>
            <a:cxnSpLocks/>
          </p:cNvCxnSpPr>
          <p:nvPr/>
        </p:nvCxnSpPr>
        <p:spPr>
          <a:xfrm>
            <a:off x="399812" y="2469818"/>
            <a:ext cx="2570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A7960B4-A45C-D783-9297-319DB423899A}"/>
              </a:ext>
            </a:extLst>
          </p:cNvPr>
          <p:cNvCxnSpPr>
            <a:cxnSpLocks/>
          </p:cNvCxnSpPr>
          <p:nvPr/>
        </p:nvCxnSpPr>
        <p:spPr>
          <a:xfrm>
            <a:off x="399812" y="1302002"/>
            <a:ext cx="2570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226D268-2F7A-8919-3093-BBABC9C2180B}"/>
              </a:ext>
            </a:extLst>
          </p:cNvPr>
          <p:cNvCxnSpPr>
            <a:cxnSpLocks/>
          </p:cNvCxnSpPr>
          <p:nvPr/>
        </p:nvCxnSpPr>
        <p:spPr>
          <a:xfrm>
            <a:off x="399812" y="1885910"/>
            <a:ext cx="2570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7DDEEDE-728E-89FE-BA57-EFD0D27E7FA9}"/>
              </a:ext>
            </a:extLst>
          </p:cNvPr>
          <p:cNvSpPr/>
          <p:nvPr/>
        </p:nvSpPr>
        <p:spPr>
          <a:xfrm>
            <a:off x="399812" y="716795"/>
            <a:ext cx="2568633" cy="2335877"/>
          </a:xfrm>
          <a:prstGeom prst="rect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207DF2C-CE70-7DC6-69CF-766D7FA2D68C}"/>
              </a:ext>
            </a:extLst>
          </p:cNvPr>
          <p:cNvSpPr/>
          <p:nvPr/>
        </p:nvSpPr>
        <p:spPr>
          <a:xfrm>
            <a:off x="409664" y="733032"/>
            <a:ext cx="121595" cy="2312413"/>
          </a:xfrm>
          <a:custGeom>
            <a:avLst/>
            <a:gdLst>
              <a:gd name="connsiteX0" fmla="*/ 1745 w 578094"/>
              <a:gd name="connsiteY0" fmla="*/ 2313709 h 2313709"/>
              <a:gd name="connsiteX1" fmla="*/ 7287 w 578094"/>
              <a:gd name="connsiteY1" fmla="*/ 1850968 h 2313709"/>
              <a:gd name="connsiteX2" fmla="*/ 59934 w 578094"/>
              <a:gd name="connsiteY2" fmla="*/ 1609898 h 2313709"/>
              <a:gd name="connsiteX3" fmla="*/ 118123 w 578094"/>
              <a:gd name="connsiteY3" fmla="*/ 1332808 h 2313709"/>
              <a:gd name="connsiteX4" fmla="*/ 173541 w 578094"/>
              <a:gd name="connsiteY4" fmla="*/ 972589 h 2313709"/>
              <a:gd name="connsiteX5" fmla="*/ 220647 w 578094"/>
              <a:gd name="connsiteY5" fmla="*/ 753688 h 2313709"/>
              <a:gd name="connsiteX6" fmla="*/ 256668 w 578094"/>
              <a:gd name="connsiteY6" fmla="*/ 459971 h 2313709"/>
              <a:gd name="connsiteX7" fmla="*/ 397985 w 578094"/>
              <a:gd name="connsiteY7" fmla="*/ 315884 h 2313709"/>
              <a:gd name="connsiteX8" fmla="*/ 494967 w 578094"/>
              <a:gd name="connsiteY8" fmla="*/ 163484 h 2313709"/>
              <a:gd name="connsiteX9" fmla="*/ 578094 w 578094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17595 w 577566"/>
              <a:gd name="connsiteY3" fmla="*/ 1332808 h 2313709"/>
              <a:gd name="connsiteX4" fmla="*/ 173013 w 577566"/>
              <a:gd name="connsiteY4" fmla="*/ 972589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73013 w 577566"/>
              <a:gd name="connsiteY4" fmla="*/ 972589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62733 w 577566"/>
              <a:gd name="connsiteY7" fmla="*/ 296592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75148 w 577566"/>
              <a:gd name="connsiteY8" fmla="*/ 148051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2162 w 577566"/>
              <a:gd name="connsiteY3" fmla="*/ 1290367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75148 w 577566"/>
              <a:gd name="connsiteY8" fmla="*/ 148051 h 2313709"/>
              <a:gd name="connsiteX9" fmla="*/ 577566 w 577566"/>
              <a:gd name="connsiteY9" fmla="*/ 0 h 2313709"/>
              <a:gd name="connsiteX0" fmla="*/ 5531 w 581880"/>
              <a:gd name="connsiteY0" fmla="*/ 2313709 h 2313709"/>
              <a:gd name="connsiteX1" fmla="*/ 3357 w 581880"/>
              <a:gd name="connsiteY1" fmla="*/ 1862542 h 2313709"/>
              <a:gd name="connsiteX2" fmla="*/ 52145 w 581880"/>
              <a:gd name="connsiteY2" fmla="*/ 1582890 h 2313709"/>
              <a:gd name="connsiteX3" fmla="*/ 106476 w 581880"/>
              <a:gd name="connsiteY3" fmla="*/ 1290367 h 2313709"/>
              <a:gd name="connsiteX4" fmla="*/ 161895 w 581880"/>
              <a:gd name="connsiteY4" fmla="*/ 964873 h 2313709"/>
              <a:gd name="connsiteX5" fmla="*/ 209000 w 581880"/>
              <a:gd name="connsiteY5" fmla="*/ 745972 h 2313709"/>
              <a:gd name="connsiteX6" fmla="*/ 287462 w 581880"/>
              <a:gd name="connsiteY6" fmla="*/ 467688 h 2313709"/>
              <a:gd name="connsiteX7" fmla="*/ 367047 w 581880"/>
              <a:gd name="connsiteY7" fmla="*/ 296592 h 2313709"/>
              <a:gd name="connsiteX8" fmla="*/ 479462 w 581880"/>
              <a:gd name="connsiteY8" fmla="*/ 148051 h 2313709"/>
              <a:gd name="connsiteX9" fmla="*/ 581880 w 581880"/>
              <a:gd name="connsiteY9" fmla="*/ 0 h 2313709"/>
              <a:gd name="connsiteX0" fmla="*/ 4392 w 580741"/>
              <a:gd name="connsiteY0" fmla="*/ 2313709 h 2313709"/>
              <a:gd name="connsiteX1" fmla="*/ 2218 w 580741"/>
              <a:gd name="connsiteY1" fmla="*/ 1862542 h 2313709"/>
              <a:gd name="connsiteX2" fmla="*/ 35574 w 580741"/>
              <a:gd name="connsiteY2" fmla="*/ 1552024 h 2313709"/>
              <a:gd name="connsiteX3" fmla="*/ 105337 w 580741"/>
              <a:gd name="connsiteY3" fmla="*/ 1290367 h 2313709"/>
              <a:gd name="connsiteX4" fmla="*/ 160756 w 580741"/>
              <a:gd name="connsiteY4" fmla="*/ 964873 h 2313709"/>
              <a:gd name="connsiteX5" fmla="*/ 207861 w 580741"/>
              <a:gd name="connsiteY5" fmla="*/ 745972 h 2313709"/>
              <a:gd name="connsiteX6" fmla="*/ 286323 w 580741"/>
              <a:gd name="connsiteY6" fmla="*/ 467688 h 2313709"/>
              <a:gd name="connsiteX7" fmla="*/ 365908 w 580741"/>
              <a:gd name="connsiteY7" fmla="*/ 296592 h 2313709"/>
              <a:gd name="connsiteX8" fmla="*/ 478323 w 580741"/>
              <a:gd name="connsiteY8" fmla="*/ 148051 h 2313709"/>
              <a:gd name="connsiteX9" fmla="*/ 580741 w 580741"/>
              <a:gd name="connsiteY9" fmla="*/ 0 h 2313709"/>
              <a:gd name="connsiteX0" fmla="*/ 6102 w 582451"/>
              <a:gd name="connsiteY0" fmla="*/ 2313709 h 2313709"/>
              <a:gd name="connsiteX1" fmla="*/ 3928 w 582451"/>
              <a:gd name="connsiteY1" fmla="*/ 1862542 h 2313709"/>
              <a:gd name="connsiteX2" fmla="*/ 60433 w 582451"/>
              <a:gd name="connsiteY2" fmla="*/ 1552024 h 2313709"/>
              <a:gd name="connsiteX3" fmla="*/ 107047 w 582451"/>
              <a:gd name="connsiteY3" fmla="*/ 1290367 h 2313709"/>
              <a:gd name="connsiteX4" fmla="*/ 162466 w 582451"/>
              <a:gd name="connsiteY4" fmla="*/ 964873 h 2313709"/>
              <a:gd name="connsiteX5" fmla="*/ 209571 w 582451"/>
              <a:gd name="connsiteY5" fmla="*/ 745972 h 2313709"/>
              <a:gd name="connsiteX6" fmla="*/ 288033 w 582451"/>
              <a:gd name="connsiteY6" fmla="*/ 467688 h 2313709"/>
              <a:gd name="connsiteX7" fmla="*/ 367618 w 582451"/>
              <a:gd name="connsiteY7" fmla="*/ 296592 h 2313709"/>
              <a:gd name="connsiteX8" fmla="*/ 480033 w 582451"/>
              <a:gd name="connsiteY8" fmla="*/ 148051 h 2313709"/>
              <a:gd name="connsiteX9" fmla="*/ 582451 w 58245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106477 w 581881"/>
              <a:gd name="connsiteY3" fmla="*/ 1290367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106477 w 581881"/>
              <a:gd name="connsiteY3" fmla="*/ 1290367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98760 w 581881"/>
              <a:gd name="connsiteY3" fmla="*/ 1232494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6622 w 582971"/>
              <a:gd name="connsiteY0" fmla="*/ 2313709 h 2313709"/>
              <a:gd name="connsiteX1" fmla="*/ 4448 w 582971"/>
              <a:gd name="connsiteY1" fmla="*/ 1862542 h 2313709"/>
              <a:gd name="connsiteX2" fmla="*/ 8081 w 582971"/>
              <a:gd name="connsiteY2" fmla="*/ 1508369 h 2313709"/>
              <a:gd name="connsiteX3" fmla="*/ 99850 w 582971"/>
              <a:gd name="connsiteY3" fmla="*/ 1232494 h 2313709"/>
              <a:gd name="connsiteX4" fmla="*/ 162986 w 582971"/>
              <a:gd name="connsiteY4" fmla="*/ 964873 h 2313709"/>
              <a:gd name="connsiteX5" fmla="*/ 210091 w 582971"/>
              <a:gd name="connsiteY5" fmla="*/ 745972 h 2313709"/>
              <a:gd name="connsiteX6" fmla="*/ 288553 w 582971"/>
              <a:gd name="connsiteY6" fmla="*/ 467688 h 2313709"/>
              <a:gd name="connsiteX7" fmla="*/ 368138 w 582971"/>
              <a:gd name="connsiteY7" fmla="*/ 296592 h 2313709"/>
              <a:gd name="connsiteX8" fmla="*/ 480553 w 582971"/>
              <a:gd name="connsiteY8" fmla="*/ 148051 h 2313709"/>
              <a:gd name="connsiteX9" fmla="*/ 582971 w 582971"/>
              <a:gd name="connsiteY9" fmla="*/ 0 h 2313709"/>
              <a:gd name="connsiteX0" fmla="*/ 4580 w 580929"/>
              <a:gd name="connsiteY0" fmla="*/ 2313709 h 2313709"/>
              <a:gd name="connsiteX1" fmla="*/ 2406 w 580929"/>
              <a:gd name="connsiteY1" fmla="*/ 1862542 h 2313709"/>
              <a:gd name="connsiteX2" fmla="*/ 6039 w 580929"/>
              <a:gd name="connsiteY2" fmla="*/ 1508369 h 2313709"/>
              <a:gd name="connsiteX3" fmla="*/ 13141 w 580929"/>
              <a:gd name="connsiteY3" fmla="*/ 1091383 h 2313709"/>
              <a:gd name="connsiteX4" fmla="*/ 160944 w 580929"/>
              <a:gd name="connsiteY4" fmla="*/ 964873 h 2313709"/>
              <a:gd name="connsiteX5" fmla="*/ 208049 w 580929"/>
              <a:gd name="connsiteY5" fmla="*/ 745972 h 2313709"/>
              <a:gd name="connsiteX6" fmla="*/ 286511 w 580929"/>
              <a:gd name="connsiteY6" fmla="*/ 467688 h 2313709"/>
              <a:gd name="connsiteX7" fmla="*/ 366096 w 580929"/>
              <a:gd name="connsiteY7" fmla="*/ 296592 h 2313709"/>
              <a:gd name="connsiteX8" fmla="*/ 478511 w 580929"/>
              <a:gd name="connsiteY8" fmla="*/ 148051 h 2313709"/>
              <a:gd name="connsiteX9" fmla="*/ 580929 w 580929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05711 w 578591"/>
              <a:gd name="connsiteY5" fmla="*/ 745972 h 2313709"/>
              <a:gd name="connsiteX6" fmla="*/ 284173 w 578591"/>
              <a:gd name="connsiteY6" fmla="*/ 467688 h 2313709"/>
              <a:gd name="connsiteX7" fmla="*/ 363758 w 578591"/>
              <a:gd name="connsiteY7" fmla="*/ 296592 h 2313709"/>
              <a:gd name="connsiteX8" fmla="*/ 476173 w 578591"/>
              <a:gd name="connsiteY8" fmla="*/ 148051 h 2313709"/>
              <a:gd name="connsiteX9" fmla="*/ 578591 w 578591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7911 w 578591"/>
              <a:gd name="connsiteY5" fmla="*/ 604860 h 2313709"/>
              <a:gd name="connsiteX6" fmla="*/ 284173 w 578591"/>
              <a:gd name="connsiteY6" fmla="*/ 467688 h 2313709"/>
              <a:gd name="connsiteX7" fmla="*/ 363758 w 578591"/>
              <a:gd name="connsiteY7" fmla="*/ 296592 h 2313709"/>
              <a:gd name="connsiteX8" fmla="*/ 476173 w 578591"/>
              <a:gd name="connsiteY8" fmla="*/ 148051 h 2313709"/>
              <a:gd name="connsiteX9" fmla="*/ 578591 w 578591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7911 w 578591"/>
              <a:gd name="connsiteY5" fmla="*/ 604860 h 2313709"/>
              <a:gd name="connsiteX6" fmla="*/ 41462 w 578591"/>
              <a:gd name="connsiteY6" fmla="*/ 402777 h 2313709"/>
              <a:gd name="connsiteX7" fmla="*/ 363758 w 578591"/>
              <a:gd name="connsiteY7" fmla="*/ 296592 h 2313709"/>
              <a:gd name="connsiteX8" fmla="*/ 476173 w 578591"/>
              <a:gd name="connsiteY8" fmla="*/ 148051 h 2313709"/>
              <a:gd name="connsiteX9" fmla="*/ 578591 w 578591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7911 w 578591"/>
              <a:gd name="connsiteY5" fmla="*/ 604860 h 2313709"/>
              <a:gd name="connsiteX6" fmla="*/ 41462 w 578591"/>
              <a:gd name="connsiteY6" fmla="*/ 402777 h 2313709"/>
              <a:gd name="connsiteX7" fmla="*/ 78714 w 578591"/>
              <a:gd name="connsiteY7" fmla="*/ 237325 h 2313709"/>
              <a:gd name="connsiteX8" fmla="*/ 476173 w 578591"/>
              <a:gd name="connsiteY8" fmla="*/ 148051 h 2313709"/>
              <a:gd name="connsiteX9" fmla="*/ 578591 w 578591"/>
              <a:gd name="connsiteY9" fmla="*/ 0 h 2313709"/>
              <a:gd name="connsiteX0" fmla="*/ 2242 w 578591"/>
              <a:gd name="connsiteY0" fmla="*/ 2313709 h 2313709"/>
              <a:gd name="connsiteX1" fmla="*/ 68 w 578591"/>
              <a:gd name="connsiteY1" fmla="*/ 1862542 h 2313709"/>
              <a:gd name="connsiteX2" fmla="*/ 3701 w 578591"/>
              <a:gd name="connsiteY2" fmla="*/ 1508369 h 2313709"/>
              <a:gd name="connsiteX3" fmla="*/ 10803 w 578591"/>
              <a:gd name="connsiteY3" fmla="*/ 1091383 h 2313709"/>
              <a:gd name="connsiteX4" fmla="*/ 25962 w 578591"/>
              <a:gd name="connsiteY4" fmla="*/ 835051 h 2313709"/>
              <a:gd name="connsiteX5" fmla="*/ 27911 w 578591"/>
              <a:gd name="connsiteY5" fmla="*/ 604860 h 2313709"/>
              <a:gd name="connsiteX6" fmla="*/ 41462 w 578591"/>
              <a:gd name="connsiteY6" fmla="*/ 402777 h 2313709"/>
              <a:gd name="connsiteX7" fmla="*/ 78714 w 578591"/>
              <a:gd name="connsiteY7" fmla="*/ 237325 h 2313709"/>
              <a:gd name="connsiteX8" fmla="*/ 92351 w 578591"/>
              <a:gd name="connsiteY8" fmla="*/ 21051 h 2313709"/>
              <a:gd name="connsiteX9" fmla="*/ 578591 w 578591"/>
              <a:gd name="connsiteY9" fmla="*/ 0 h 2313709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78714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78714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1462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27911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5962 w 92351"/>
              <a:gd name="connsiteY4" fmla="*/ 814000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070332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7980 w 92351"/>
              <a:gd name="connsiteY3" fmla="*/ 1143709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9269 w 92351"/>
              <a:gd name="connsiteY3" fmla="*/ 1143709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10803 w 92351"/>
              <a:gd name="connsiteY3" fmla="*/ 1143709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23140 w 92351"/>
              <a:gd name="connsiteY4" fmla="*/ 842223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51362 w 92351"/>
              <a:gd name="connsiteY4" fmla="*/ 836579 h 2292658"/>
              <a:gd name="connsiteX5" fmla="*/ 36378 w 92351"/>
              <a:gd name="connsiteY5" fmla="*/ 583809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51362 w 92351"/>
              <a:gd name="connsiteY4" fmla="*/ 836579 h 2292658"/>
              <a:gd name="connsiteX5" fmla="*/ 64600 w 92351"/>
              <a:gd name="connsiteY5" fmla="*/ 580987 h 2292658"/>
              <a:gd name="connsiteX6" fmla="*/ 49928 w 92351"/>
              <a:gd name="connsiteY6" fmla="*/ 381726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51362 w 92351"/>
              <a:gd name="connsiteY4" fmla="*/ 836579 h 2292658"/>
              <a:gd name="connsiteX5" fmla="*/ 64600 w 92351"/>
              <a:gd name="connsiteY5" fmla="*/ 580987 h 2292658"/>
              <a:gd name="connsiteX6" fmla="*/ 75328 w 92351"/>
              <a:gd name="connsiteY6" fmla="*/ 378904 h 2292658"/>
              <a:gd name="connsiteX7" fmla="*/ 67425 w 92351"/>
              <a:gd name="connsiteY7" fmla="*/ 216274 h 2292658"/>
              <a:gd name="connsiteX8" fmla="*/ 92351 w 92351"/>
              <a:gd name="connsiteY8" fmla="*/ 0 h 2292658"/>
              <a:gd name="connsiteX0" fmla="*/ 2242 w 92351"/>
              <a:gd name="connsiteY0" fmla="*/ 2292658 h 2292658"/>
              <a:gd name="connsiteX1" fmla="*/ 68 w 92351"/>
              <a:gd name="connsiteY1" fmla="*/ 1841491 h 2292658"/>
              <a:gd name="connsiteX2" fmla="*/ 3701 w 92351"/>
              <a:gd name="connsiteY2" fmla="*/ 1487318 h 2292658"/>
              <a:gd name="connsiteX3" fmla="*/ 27737 w 92351"/>
              <a:gd name="connsiteY3" fmla="*/ 1143709 h 2292658"/>
              <a:gd name="connsiteX4" fmla="*/ 51362 w 92351"/>
              <a:gd name="connsiteY4" fmla="*/ 836579 h 2292658"/>
              <a:gd name="connsiteX5" fmla="*/ 64600 w 92351"/>
              <a:gd name="connsiteY5" fmla="*/ 580987 h 2292658"/>
              <a:gd name="connsiteX6" fmla="*/ 75328 w 92351"/>
              <a:gd name="connsiteY6" fmla="*/ 378904 h 2292658"/>
              <a:gd name="connsiteX7" fmla="*/ 81537 w 92351"/>
              <a:gd name="connsiteY7" fmla="*/ 190874 h 2292658"/>
              <a:gd name="connsiteX8" fmla="*/ 92351 w 92351"/>
              <a:gd name="connsiteY8" fmla="*/ 0 h 2292658"/>
              <a:gd name="connsiteX0" fmla="*/ 2242 w 112106"/>
              <a:gd name="connsiteY0" fmla="*/ 2303947 h 2303947"/>
              <a:gd name="connsiteX1" fmla="*/ 68 w 112106"/>
              <a:gd name="connsiteY1" fmla="*/ 1852780 h 2303947"/>
              <a:gd name="connsiteX2" fmla="*/ 3701 w 112106"/>
              <a:gd name="connsiteY2" fmla="*/ 1498607 h 2303947"/>
              <a:gd name="connsiteX3" fmla="*/ 27737 w 112106"/>
              <a:gd name="connsiteY3" fmla="*/ 1154998 h 2303947"/>
              <a:gd name="connsiteX4" fmla="*/ 51362 w 112106"/>
              <a:gd name="connsiteY4" fmla="*/ 847868 h 2303947"/>
              <a:gd name="connsiteX5" fmla="*/ 64600 w 112106"/>
              <a:gd name="connsiteY5" fmla="*/ 592276 h 2303947"/>
              <a:gd name="connsiteX6" fmla="*/ 75328 w 112106"/>
              <a:gd name="connsiteY6" fmla="*/ 390193 h 2303947"/>
              <a:gd name="connsiteX7" fmla="*/ 81537 w 112106"/>
              <a:gd name="connsiteY7" fmla="*/ 202163 h 2303947"/>
              <a:gd name="connsiteX8" fmla="*/ 112106 w 112106"/>
              <a:gd name="connsiteY8" fmla="*/ 0 h 2303947"/>
              <a:gd name="connsiteX0" fmla="*/ 3241 w 113105"/>
              <a:gd name="connsiteY0" fmla="*/ 2303947 h 2303947"/>
              <a:gd name="connsiteX1" fmla="*/ 1067 w 113105"/>
              <a:gd name="connsiteY1" fmla="*/ 1852780 h 2303947"/>
              <a:gd name="connsiteX2" fmla="*/ 18811 w 113105"/>
              <a:gd name="connsiteY2" fmla="*/ 1498607 h 2303947"/>
              <a:gd name="connsiteX3" fmla="*/ 28736 w 113105"/>
              <a:gd name="connsiteY3" fmla="*/ 1154998 h 2303947"/>
              <a:gd name="connsiteX4" fmla="*/ 52361 w 113105"/>
              <a:gd name="connsiteY4" fmla="*/ 847868 h 2303947"/>
              <a:gd name="connsiteX5" fmla="*/ 65599 w 113105"/>
              <a:gd name="connsiteY5" fmla="*/ 592276 h 2303947"/>
              <a:gd name="connsiteX6" fmla="*/ 76327 w 113105"/>
              <a:gd name="connsiteY6" fmla="*/ 390193 h 2303947"/>
              <a:gd name="connsiteX7" fmla="*/ 82536 w 113105"/>
              <a:gd name="connsiteY7" fmla="*/ 202163 h 2303947"/>
              <a:gd name="connsiteX8" fmla="*/ 113105 w 113105"/>
              <a:gd name="connsiteY8" fmla="*/ 0 h 2303947"/>
              <a:gd name="connsiteX0" fmla="*/ 443 w 110307"/>
              <a:gd name="connsiteY0" fmla="*/ 2303947 h 2303947"/>
              <a:gd name="connsiteX1" fmla="*/ 6736 w 110307"/>
              <a:gd name="connsiteY1" fmla="*/ 1852780 h 2303947"/>
              <a:gd name="connsiteX2" fmla="*/ 16013 w 110307"/>
              <a:gd name="connsiteY2" fmla="*/ 1498607 h 2303947"/>
              <a:gd name="connsiteX3" fmla="*/ 25938 w 110307"/>
              <a:gd name="connsiteY3" fmla="*/ 1154998 h 2303947"/>
              <a:gd name="connsiteX4" fmla="*/ 49563 w 110307"/>
              <a:gd name="connsiteY4" fmla="*/ 847868 h 2303947"/>
              <a:gd name="connsiteX5" fmla="*/ 62801 w 110307"/>
              <a:gd name="connsiteY5" fmla="*/ 592276 h 2303947"/>
              <a:gd name="connsiteX6" fmla="*/ 73529 w 110307"/>
              <a:gd name="connsiteY6" fmla="*/ 390193 h 2303947"/>
              <a:gd name="connsiteX7" fmla="*/ 79738 w 110307"/>
              <a:gd name="connsiteY7" fmla="*/ 202163 h 2303947"/>
              <a:gd name="connsiteX8" fmla="*/ 110307 w 110307"/>
              <a:gd name="connsiteY8" fmla="*/ 0 h 2303947"/>
              <a:gd name="connsiteX0" fmla="*/ 443 w 110307"/>
              <a:gd name="connsiteY0" fmla="*/ 2303947 h 2303947"/>
              <a:gd name="connsiteX1" fmla="*/ 6736 w 110307"/>
              <a:gd name="connsiteY1" fmla="*/ 1852780 h 2303947"/>
              <a:gd name="connsiteX2" fmla="*/ 16013 w 110307"/>
              <a:gd name="connsiteY2" fmla="*/ 1498607 h 2303947"/>
              <a:gd name="connsiteX3" fmla="*/ 25938 w 110307"/>
              <a:gd name="connsiteY3" fmla="*/ 1154998 h 2303947"/>
              <a:gd name="connsiteX4" fmla="*/ 41097 w 110307"/>
              <a:gd name="connsiteY4" fmla="*/ 839401 h 2303947"/>
              <a:gd name="connsiteX5" fmla="*/ 62801 w 110307"/>
              <a:gd name="connsiteY5" fmla="*/ 592276 h 2303947"/>
              <a:gd name="connsiteX6" fmla="*/ 73529 w 110307"/>
              <a:gd name="connsiteY6" fmla="*/ 390193 h 2303947"/>
              <a:gd name="connsiteX7" fmla="*/ 79738 w 110307"/>
              <a:gd name="connsiteY7" fmla="*/ 202163 h 2303947"/>
              <a:gd name="connsiteX8" fmla="*/ 110307 w 110307"/>
              <a:gd name="connsiteY8" fmla="*/ 0 h 2303947"/>
              <a:gd name="connsiteX0" fmla="*/ 443 w 110307"/>
              <a:gd name="connsiteY0" fmla="*/ 2303947 h 2303947"/>
              <a:gd name="connsiteX1" fmla="*/ 6736 w 110307"/>
              <a:gd name="connsiteY1" fmla="*/ 1852780 h 2303947"/>
              <a:gd name="connsiteX2" fmla="*/ 16013 w 110307"/>
              <a:gd name="connsiteY2" fmla="*/ 1498607 h 2303947"/>
              <a:gd name="connsiteX3" fmla="*/ 25938 w 110307"/>
              <a:gd name="connsiteY3" fmla="*/ 1154998 h 2303947"/>
              <a:gd name="connsiteX4" fmla="*/ 41097 w 110307"/>
              <a:gd name="connsiteY4" fmla="*/ 839401 h 2303947"/>
              <a:gd name="connsiteX5" fmla="*/ 54334 w 110307"/>
              <a:gd name="connsiteY5" fmla="*/ 583810 h 2303947"/>
              <a:gd name="connsiteX6" fmla="*/ 73529 w 110307"/>
              <a:gd name="connsiteY6" fmla="*/ 390193 h 2303947"/>
              <a:gd name="connsiteX7" fmla="*/ 79738 w 110307"/>
              <a:gd name="connsiteY7" fmla="*/ 202163 h 2303947"/>
              <a:gd name="connsiteX8" fmla="*/ 110307 w 110307"/>
              <a:gd name="connsiteY8" fmla="*/ 0 h 2303947"/>
              <a:gd name="connsiteX0" fmla="*/ 443 w 110307"/>
              <a:gd name="connsiteY0" fmla="*/ 2303947 h 2303947"/>
              <a:gd name="connsiteX1" fmla="*/ 6736 w 110307"/>
              <a:gd name="connsiteY1" fmla="*/ 1852780 h 2303947"/>
              <a:gd name="connsiteX2" fmla="*/ 16013 w 110307"/>
              <a:gd name="connsiteY2" fmla="*/ 1498607 h 2303947"/>
              <a:gd name="connsiteX3" fmla="*/ 25938 w 110307"/>
              <a:gd name="connsiteY3" fmla="*/ 1154998 h 2303947"/>
              <a:gd name="connsiteX4" fmla="*/ 41097 w 110307"/>
              <a:gd name="connsiteY4" fmla="*/ 839401 h 2303947"/>
              <a:gd name="connsiteX5" fmla="*/ 54334 w 110307"/>
              <a:gd name="connsiteY5" fmla="*/ 583810 h 2303947"/>
              <a:gd name="connsiteX6" fmla="*/ 65063 w 110307"/>
              <a:gd name="connsiteY6" fmla="*/ 387370 h 2303947"/>
              <a:gd name="connsiteX7" fmla="*/ 79738 w 110307"/>
              <a:gd name="connsiteY7" fmla="*/ 202163 h 2303947"/>
              <a:gd name="connsiteX8" fmla="*/ 110307 w 110307"/>
              <a:gd name="connsiteY8" fmla="*/ 0 h 2303947"/>
              <a:gd name="connsiteX0" fmla="*/ 443 w 121595"/>
              <a:gd name="connsiteY0" fmla="*/ 2312413 h 2312413"/>
              <a:gd name="connsiteX1" fmla="*/ 6736 w 121595"/>
              <a:gd name="connsiteY1" fmla="*/ 1861246 h 2312413"/>
              <a:gd name="connsiteX2" fmla="*/ 16013 w 121595"/>
              <a:gd name="connsiteY2" fmla="*/ 1507073 h 2312413"/>
              <a:gd name="connsiteX3" fmla="*/ 25938 w 121595"/>
              <a:gd name="connsiteY3" fmla="*/ 1163464 h 2312413"/>
              <a:gd name="connsiteX4" fmla="*/ 41097 w 121595"/>
              <a:gd name="connsiteY4" fmla="*/ 847867 h 2312413"/>
              <a:gd name="connsiteX5" fmla="*/ 54334 w 121595"/>
              <a:gd name="connsiteY5" fmla="*/ 592276 h 2312413"/>
              <a:gd name="connsiteX6" fmla="*/ 65063 w 121595"/>
              <a:gd name="connsiteY6" fmla="*/ 395836 h 2312413"/>
              <a:gd name="connsiteX7" fmla="*/ 79738 w 121595"/>
              <a:gd name="connsiteY7" fmla="*/ 210629 h 2312413"/>
              <a:gd name="connsiteX8" fmla="*/ 121595 w 121595"/>
              <a:gd name="connsiteY8" fmla="*/ 0 h 2312413"/>
              <a:gd name="connsiteX0" fmla="*/ 443 w 121595"/>
              <a:gd name="connsiteY0" fmla="*/ 2312413 h 2312413"/>
              <a:gd name="connsiteX1" fmla="*/ 6736 w 121595"/>
              <a:gd name="connsiteY1" fmla="*/ 1861246 h 2312413"/>
              <a:gd name="connsiteX2" fmla="*/ 16013 w 121595"/>
              <a:gd name="connsiteY2" fmla="*/ 1507073 h 2312413"/>
              <a:gd name="connsiteX3" fmla="*/ 25938 w 121595"/>
              <a:gd name="connsiteY3" fmla="*/ 1163464 h 2312413"/>
              <a:gd name="connsiteX4" fmla="*/ 41097 w 121595"/>
              <a:gd name="connsiteY4" fmla="*/ 847867 h 2312413"/>
              <a:gd name="connsiteX5" fmla="*/ 54334 w 121595"/>
              <a:gd name="connsiteY5" fmla="*/ 592276 h 2312413"/>
              <a:gd name="connsiteX6" fmla="*/ 65063 w 121595"/>
              <a:gd name="connsiteY6" fmla="*/ 395836 h 2312413"/>
              <a:gd name="connsiteX7" fmla="*/ 79738 w 121595"/>
              <a:gd name="connsiteY7" fmla="*/ 210629 h 2312413"/>
              <a:gd name="connsiteX8" fmla="*/ 121595 w 121595"/>
              <a:gd name="connsiteY8" fmla="*/ 0 h 23124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595" h="2312413">
                <a:moveTo>
                  <a:pt x="443" y="2312413"/>
                </a:moveTo>
                <a:cubicBezTo>
                  <a:pt x="-1635" y="2139693"/>
                  <a:pt x="4141" y="1995469"/>
                  <a:pt x="6736" y="1861246"/>
                </a:cubicBezTo>
                <a:cubicBezTo>
                  <a:pt x="9331" y="1727023"/>
                  <a:pt x="12813" y="1623370"/>
                  <a:pt x="16013" y="1507073"/>
                </a:cubicBezTo>
                <a:cubicBezTo>
                  <a:pt x="19213" y="1390776"/>
                  <a:pt x="21757" y="1273332"/>
                  <a:pt x="25938" y="1163464"/>
                </a:cubicBezTo>
                <a:cubicBezTo>
                  <a:pt x="30119" y="1053596"/>
                  <a:pt x="36364" y="943065"/>
                  <a:pt x="41097" y="847867"/>
                </a:cubicBezTo>
                <a:cubicBezTo>
                  <a:pt x="45830" y="752669"/>
                  <a:pt x="50340" y="667614"/>
                  <a:pt x="54334" y="592276"/>
                </a:cubicBezTo>
                <a:cubicBezTo>
                  <a:pt x="58328" y="516938"/>
                  <a:pt x="60829" y="459444"/>
                  <a:pt x="65063" y="395836"/>
                </a:cubicBezTo>
                <a:cubicBezTo>
                  <a:pt x="69297" y="332228"/>
                  <a:pt x="70316" y="276602"/>
                  <a:pt x="79738" y="210629"/>
                </a:cubicBezTo>
                <a:cubicBezTo>
                  <a:pt x="89160" y="144656"/>
                  <a:pt x="88755" y="94981"/>
                  <a:pt x="121595" y="0"/>
                </a:cubicBezTo>
              </a:path>
            </a:pathLst>
          </a:custGeom>
          <a:noFill/>
          <a:ln w="28575">
            <a:solidFill>
              <a:srgbClr val="990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9E53F9E-B2AD-5D40-8480-889A3561478D}"/>
              </a:ext>
            </a:extLst>
          </p:cNvPr>
          <p:cNvSpPr/>
          <p:nvPr/>
        </p:nvSpPr>
        <p:spPr>
          <a:xfrm>
            <a:off x="403831" y="744155"/>
            <a:ext cx="418901" cy="2312375"/>
          </a:xfrm>
          <a:custGeom>
            <a:avLst/>
            <a:gdLst>
              <a:gd name="connsiteX0" fmla="*/ 5282 w 2593311"/>
              <a:gd name="connsiteY0" fmla="*/ 2322022 h 2322022"/>
              <a:gd name="connsiteX1" fmla="*/ 10824 w 2593311"/>
              <a:gd name="connsiteY1" fmla="*/ 911629 h 2322022"/>
              <a:gd name="connsiteX2" fmla="*/ 102264 w 2593311"/>
              <a:gd name="connsiteY2" fmla="*/ 706582 h 2322022"/>
              <a:gd name="connsiteX3" fmla="*/ 154911 w 2593311"/>
              <a:gd name="connsiteY3" fmla="*/ 520931 h 2322022"/>
              <a:gd name="connsiteX4" fmla="*/ 226955 w 2593311"/>
              <a:gd name="connsiteY4" fmla="*/ 396240 h 2322022"/>
              <a:gd name="connsiteX5" fmla="*/ 282373 w 2593311"/>
              <a:gd name="connsiteY5" fmla="*/ 271549 h 2322022"/>
              <a:gd name="connsiteX6" fmla="*/ 451398 w 2593311"/>
              <a:gd name="connsiteY6" fmla="*/ 169026 h 2322022"/>
              <a:gd name="connsiteX7" fmla="*/ 1074853 w 2593311"/>
              <a:gd name="connsiteY7" fmla="*/ 88669 h 2322022"/>
              <a:gd name="connsiteX8" fmla="*/ 1778664 w 2593311"/>
              <a:gd name="connsiteY8" fmla="*/ 33251 h 2322022"/>
              <a:gd name="connsiteX9" fmla="*/ 2593311 w 2593311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53986 w 2592386"/>
              <a:gd name="connsiteY3" fmla="*/ 520931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53986 w 2592386"/>
              <a:gd name="connsiteY3" fmla="*/ 520931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34695 w 2592386"/>
              <a:gd name="connsiteY3" fmla="*/ 501639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34695 w 2592386"/>
              <a:gd name="connsiteY3" fmla="*/ 501639 h 2322022"/>
              <a:gd name="connsiteX4" fmla="*/ 202880 w 2592386"/>
              <a:gd name="connsiteY4" fmla="*/ 380807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7292 w 2595321"/>
              <a:gd name="connsiteY0" fmla="*/ 2322022 h 2322022"/>
              <a:gd name="connsiteX1" fmla="*/ 12834 w 2595321"/>
              <a:gd name="connsiteY1" fmla="*/ 911629 h 2322022"/>
              <a:gd name="connsiteX2" fmla="*/ 88841 w 2595321"/>
              <a:gd name="connsiteY2" fmla="*/ 637134 h 2322022"/>
              <a:gd name="connsiteX3" fmla="*/ 137630 w 2595321"/>
              <a:gd name="connsiteY3" fmla="*/ 501639 h 2322022"/>
              <a:gd name="connsiteX4" fmla="*/ 205815 w 2595321"/>
              <a:gd name="connsiteY4" fmla="*/ 380807 h 2322022"/>
              <a:gd name="connsiteX5" fmla="*/ 284383 w 2595321"/>
              <a:gd name="connsiteY5" fmla="*/ 271549 h 2322022"/>
              <a:gd name="connsiteX6" fmla="*/ 453408 w 2595321"/>
              <a:gd name="connsiteY6" fmla="*/ 169026 h 2322022"/>
              <a:gd name="connsiteX7" fmla="*/ 1076863 w 2595321"/>
              <a:gd name="connsiteY7" fmla="*/ 88669 h 2322022"/>
              <a:gd name="connsiteX8" fmla="*/ 1780674 w 2595321"/>
              <a:gd name="connsiteY8" fmla="*/ 33251 h 2322022"/>
              <a:gd name="connsiteX9" fmla="*/ 2595321 w 2595321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80857 w 2591795"/>
              <a:gd name="connsiteY5" fmla="*/ 271549 h 2322022"/>
              <a:gd name="connsiteX6" fmla="*/ 449882 w 2591795"/>
              <a:gd name="connsiteY6" fmla="*/ 169026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96290 w 2591795"/>
              <a:gd name="connsiteY5" fmla="*/ 244541 h 2322022"/>
              <a:gd name="connsiteX6" fmla="*/ 449882 w 2591795"/>
              <a:gd name="connsiteY6" fmla="*/ 169026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96290 w 2591795"/>
              <a:gd name="connsiteY5" fmla="*/ 244541 h 2322022"/>
              <a:gd name="connsiteX6" fmla="*/ 473032 w 2591795"/>
              <a:gd name="connsiteY6" fmla="*/ 161309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64788"/>
              <a:gd name="connsiteY0" fmla="*/ 2322022 h 2322022"/>
              <a:gd name="connsiteX1" fmla="*/ 17025 w 2564788"/>
              <a:gd name="connsiteY1" fmla="*/ 923204 h 2322022"/>
              <a:gd name="connsiteX2" fmla="*/ 85315 w 2564788"/>
              <a:gd name="connsiteY2" fmla="*/ 637134 h 2322022"/>
              <a:gd name="connsiteX3" fmla="*/ 134104 w 2564788"/>
              <a:gd name="connsiteY3" fmla="*/ 501639 h 2322022"/>
              <a:gd name="connsiteX4" fmla="*/ 202289 w 2564788"/>
              <a:gd name="connsiteY4" fmla="*/ 380807 h 2322022"/>
              <a:gd name="connsiteX5" fmla="*/ 296290 w 2564788"/>
              <a:gd name="connsiteY5" fmla="*/ 244541 h 2322022"/>
              <a:gd name="connsiteX6" fmla="*/ 473032 w 2564788"/>
              <a:gd name="connsiteY6" fmla="*/ 161309 h 2322022"/>
              <a:gd name="connsiteX7" fmla="*/ 1073337 w 2564788"/>
              <a:gd name="connsiteY7" fmla="*/ 88669 h 2322022"/>
              <a:gd name="connsiteX8" fmla="*/ 1777148 w 2564788"/>
              <a:gd name="connsiteY8" fmla="*/ 33251 h 2322022"/>
              <a:gd name="connsiteX9" fmla="*/ 2564788 w 2564788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131447 w 2562131"/>
              <a:gd name="connsiteY3" fmla="*/ 501639 h 2322022"/>
              <a:gd name="connsiteX4" fmla="*/ 199632 w 2562131"/>
              <a:gd name="connsiteY4" fmla="*/ 380807 h 2322022"/>
              <a:gd name="connsiteX5" fmla="*/ 293633 w 2562131"/>
              <a:gd name="connsiteY5" fmla="*/ 244541 h 2322022"/>
              <a:gd name="connsiteX6" fmla="*/ 470375 w 2562131"/>
              <a:gd name="connsiteY6" fmla="*/ 161309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199632 w 2562131"/>
              <a:gd name="connsiteY4" fmla="*/ 380807 h 2322022"/>
              <a:gd name="connsiteX5" fmla="*/ 293633 w 2562131"/>
              <a:gd name="connsiteY5" fmla="*/ 244541 h 2322022"/>
              <a:gd name="connsiteX6" fmla="*/ 470375 w 2562131"/>
              <a:gd name="connsiteY6" fmla="*/ 161309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293633 w 2562131"/>
              <a:gd name="connsiteY5" fmla="*/ 244541 h 2322022"/>
              <a:gd name="connsiteX6" fmla="*/ 470375 w 2562131"/>
              <a:gd name="connsiteY6" fmla="*/ 161309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470375 w 2562131"/>
              <a:gd name="connsiteY6" fmla="*/ 161309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284109 w 2562131"/>
              <a:gd name="connsiteY6" fmla="*/ 54065 h 2322022"/>
              <a:gd name="connsiteX7" fmla="*/ 1070680 w 2562131"/>
              <a:gd name="connsiteY7" fmla="*/ 88669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284109 w 2562131"/>
              <a:gd name="connsiteY6" fmla="*/ 54065 h 2322022"/>
              <a:gd name="connsiteX7" fmla="*/ 418747 w 2562131"/>
              <a:gd name="connsiteY7" fmla="*/ 9647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284109 w 2562131"/>
              <a:gd name="connsiteY6" fmla="*/ 54065 h 2322022"/>
              <a:gd name="connsiteX7" fmla="*/ 418747 w 2562131"/>
              <a:gd name="connsiteY7" fmla="*/ 9647 h 2322022"/>
              <a:gd name="connsiteX8" fmla="*/ 1774491 w 2562131"/>
              <a:gd name="connsiteY8" fmla="*/ 33251 h 2322022"/>
              <a:gd name="connsiteX9" fmla="*/ 2562131 w 2562131"/>
              <a:gd name="connsiteY9" fmla="*/ 0 h 2322022"/>
              <a:gd name="connsiteX0" fmla="*/ 1109 w 2562131"/>
              <a:gd name="connsiteY0" fmla="*/ 2322022 h 2322022"/>
              <a:gd name="connsiteX1" fmla="*/ 14368 w 2562131"/>
              <a:gd name="connsiteY1" fmla="*/ 923204 h 2322022"/>
              <a:gd name="connsiteX2" fmla="*/ 20569 w 2562131"/>
              <a:gd name="connsiteY2" fmla="*/ 620201 h 2322022"/>
              <a:gd name="connsiteX3" fmla="*/ 27025 w 2562131"/>
              <a:gd name="connsiteY3" fmla="*/ 433905 h 2322022"/>
              <a:gd name="connsiteX4" fmla="*/ 44410 w 2562131"/>
              <a:gd name="connsiteY4" fmla="*/ 262273 h 2322022"/>
              <a:gd name="connsiteX5" fmla="*/ 121477 w 2562131"/>
              <a:gd name="connsiteY5" fmla="*/ 128830 h 2322022"/>
              <a:gd name="connsiteX6" fmla="*/ 284109 w 2562131"/>
              <a:gd name="connsiteY6" fmla="*/ 54065 h 2322022"/>
              <a:gd name="connsiteX7" fmla="*/ 418747 w 2562131"/>
              <a:gd name="connsiteY7" fmla="*/ 9647 h 2322022"/>
              <a:gd name="connsiteX8" fmla="*/ 2562131 w 2562131"/>
              <a:gd name="connsiteY8" fmla="*/ 0 h 2322022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4410 w 418747"/>
              <a:gd name="connsiteY4" fmla="*/ 252626 h 2312375"/>
              <a:gd name="connsiteX5" fmla="*/ 121477 w 418747"/>
              <a:gd name="connsiteY5" fmla="*/ 119183 h 2312375"/>
              <a:gd name="connsiteX6" fmla="*/ 284109 w 418747"/>
              <a:gd name="connsiteY6" fmla="*/ 44418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4410 w 418747"/>
              <a:gd name="connsiteY4" fmla="*/ 252626 h 2312375"/>
              <a:gd name="connsiteX5" fmla="*/ 121477 w 418747"/>
              <a:gd name="connsiteY5" fmla="*/ 119183 h 2312375"/>
              <a:gd name="connsiteX6" fmla="*/ 284109 w 418747"/>
              <a:gd name="connsiteY6" fmla="*/ 44418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4410 w 418747"/>
              <a:gd name="connsiteY4" fmla="*/ 252626 h 2312375"/>
              <a:gd name="connsiteX5" fmla="*/ 121477 w 418747"/>
              <a:gd name="connsiteY5" fmla="*/ 119183 h 2312375"/>
              <a:gd name="connsiteX6" fmla="*/ 238953 w 418747"/>
              <a:gd name="connsiteY6" fmla="*/ 52885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4410 w 418747"/>
              <a:gd name="connsiteY4" fmla="*/ 252626 h 2312375"/>
              <a:gd name="connsiteX5" fmla="*/ 93254 w 418747"/>
              <a:gd name="connsiteY5" fmla="*/ 141760 h 2312375"/>
              <a:gd name="connsiteX6" fmla="*/ 238953 w 418747"/>
              <a:gd name="connsiteY6" fmla="*/ 52885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24258 h 2312375"/>
              <a:gd name="connsiteX4" fmla="*/ 41588 w 418747"/>
              <a:gd name="connsiteY4" fmla="*/ 278026 h 2312375"/>
              <a:gd name="connsiteX5" fmla="*/ 93254 w 418747"/>
              <a:gd name="connsiteY5" fmla="*/ 141760 h 2312375"/>
              <a:gd name="connsiteX6" fmla="*/ 238953 w 418747"/>
              <a:gd name="connsiteY6" fmla="*/ 52885 h 2312375"/>
              <a:gd name="connsiteX7" fmla="*/ 418747 w 418747"/>
              <a:gd name="connsiteY7" fmla="*/ 0 h 2312375"/>
              <a:gd name="connsiteX0" fmla="*/ 1109 w 418747"/>
              <a:gd name="connsiteY0" fmla="*/ 2312375 h 2312375"/>
              <a:gd name="connsiteX1" fmla="*/ 14368 w 418747"/>
              <a:gd name="connsiteY1" fmla="*/ 913557 h 2312375"/>
              <a:gd name="connsiteX2" fmla="*/ 20569 w 418747"/>
              <a:gd name="connsiteY2" fmla="*/ 610554 h 2312375"/>
              <a:gd name="connsiteX3" fmla="*/ 27025 w 418747"/>
              <a:gd name="connsiteY3" fmla="*/ 432725 h 2312375"/>
              <a:gd name="connsiteX4" fmla="*/ 41588 w 418747"/>
              <a:gd name="connsiteY4" fmla="*/ 278026 h 2312375"/>
              <a:gd name="connsiteX5" fmla="*/ 93254 w 418747"/>
              <a:gd name="connsiteY5" fmla="*/ 141760 h 2312375"/>
              <a:gd name="connsiteX6" fmla="*/ 238953 w 418747"/>
              <a:gd name="connsiteY6" fmla="*/ 52885 h 2312375"/>
              <a:gd name="connsiteX7" fmla="*/ 418747 w 418747"/>
              <a:gd name="connsiteY7" fmla="*/ 0 h 2312375"/>
              <a:gd name="connsiteX0" fmla="*/ 1084 w 418722"/>
              <a:gd name="connsiteY0" fmla="*/ 2312375 h 2312375"/>
              <a:gd name="connsiteX1" fmla="*/ 14343 w 418722"/>
              <a:gd name="connsiteY1" fmla="*/ 913557 h 2312375"/>
              <a:gd name="connsiteX2" fmla="*/ 17722 w 418722"/>
              <a:gd name="connsiteY2" fmla="*/ 661354 h 2312375"/>
              <a:gd name="connsiteX3" fmla="*/ 27000 w 418722"/>
              <a:gd name="connsiteY3" fmla="*/ 432725 h 2312375"/>
              <a:gd name="connsiteX4" fmla="*/ 41563 w 418722"/>
              <a:gd name="connsiteY4" fmla="*/ 278026 h 2312375"/>
              <a:gd name="connsiteX5" fmla="*/ 93229 w 418722"/>
              <a:gd name="connsiteY5" fmla="*/ 141760 h 2312375"/>
              <a:gd name="connsiteX6" fmla="*/ 238928 w 418722"/>
              <a:gd name="connsiteY6" fmla="*/ 52885 h 2312375"/>
              <a:gd name="connsiteX7" fmla="*/ 418722 w 418722"/>
              <a:gd name="connsiteY7" fmla="*/ 0 h 2312375"/>
              <a:gd name="connsiteX0" fmla="*/ 1263 w 418901"/>
              <a:gd name="connsiteY0" fmla="*/ 2312375 h 2312375"/>
              <a:gd name="connsiteX1" fmla="*/ 11700 w 418901"/>
              <a:gd name="connsiteY1" fmla="*/ 984113 h 2312375"/>
              <a:gd name="connsiteX2" fmla="*/ 17901 w 418901"/>
              <a:gd name="connsiteY2" fmla="*/ 661354 h 2312375"/>
              <a:gd name="connsiteX3" fmla="*/ 27179 w 418901"/>
              <a:gd name="connsiteY3" fmla="*/ 432725 h 2312375"/>
              <a:gd name="connsiteX4" fmla="*/ 41742 w 418901"/>
              <a:gd name="connsiteY4" fmla="*/ 278026 h 2312375"/>
              <a:gd name="connsiteX5" fmla="*/ 93408 w 418901"/>
              <a:gd name="connsiteY5" fmla="*/ 141760 h 2312375"/>
              <a:gd name="connsiteX6" fmla="*/ 239107 w 418901"/>
              <a:gd name="connsiteY6" fmla="*/ 52885 h 2312375"/>
              <a:gd name="connsiteX7" fmla="*/ 418901 w 418901"/>
              <a:gd name="connsiteY7" fmla="*/ 0 h 231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8901" h="2312375">
                <a:moveTo>
                  <a:pt x="1263" y="2312375"/>
                </a:moveTo>
                <a:cubicBezTo>
                  <a:pt x="-4048" y="1741798"/>
                  <a:pt x="8927" y="1259283"/>
                  <a:pt x="11700" y="984113"/>
                </a:cubicBezTo>
                <a:cubicBezTo>
                  <a:pt x="14473" y="708943"/>
                  <a:pt x="15321" y="753252"/>
                  <a:pt x="17901" y="661354"/>
                </a:cubicBezTo>
                <a:cubicBezTo>
                  <a:pt x="20481" y="569456"/>
                  <a:pt x="23206" y="496613"/>
                  <a:pt x="27179" y="432725"/>
                </a:cubicBezTo>
                <a:cubicBezTo>
                  <a:pt x="31152" y="368837"/>
                  <a:pt x="30704" y="326520"/>
                  <a:pt x="41742" y="278026"/>
                </a:cubicBezTo>
                <a:cubicBezTo>
                  <a:pt x="52780" y="229532"/>
                  <a:pt x="60514" y="179283"/>
                  <a:pt x="93408" y="141760"/>
                </a:cubicBezTo>
                <a:cubicBezTo>
                  <a:pt x="126302" y="104237"/>
                  <a:pt x="184858" y="76512"/>
                  <a:pt x="239107" y="52885"/>
                </a:cubicBezTo>
                <a:cubicBezTo>
                  <a:pt x="293356" y="29258"/>
                  <a:pt x="338387" y="14656"/>
                  <a:pt x="418901" y="0"/>
                </a:cubicBezTo>
              </a:path>
            </a:pathLst>
          </a:cu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E7C094-9185-E359-5EF7-46A20A49DC2A}"/>
              </a:ext>
            </a:extLst>
          </p:cNvPr>
          <p:cNvSpPr txBox="1"/>
          <p:nvPr/>
        </p:nvSpPr>
        <p:spPr>
          <a:xfrm>
            <a:off x="3784440" y="146295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8A5120-4443-5936-023C-3EF68ED2AD38}"/>
              </a:ext>
            </a:extLst>
          </p:cNvPr>
          <p:cNvSpPr txBox="1"/>
          <p:nvPr/>
        </p:nvSpPr>
        <p:spPr>
          <a:xfrm>
            <a:off x="3784440" y="97755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7C4184A-9F76-A6B2-763C-A5673E2406D1}"/>
              </a:ext>
            </a:extLst>
          </p:cNvPr>
          <p:cNvSpPr txBox="1"/>
          <p:nvPr/>
        </p:nvSpPr>
        <p:spPr>
          <a:xfrm>
            <a:off x="3784440" y="122025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75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63C331-F946-2881-D425-0D767C1358C1}"/>
              </a:ext>
            </a:extLst>
          </p:cNvPr>
          <p:cNvSpPr txBox="1"/>
          <p:nvPr/>
        </p:nvSpPr>
        <p:spPr>
          <a:xfrm>
            <a:off x="3784440" y="170565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A1C32B-3122-503C-B4D6-F660BAF487D1}"/>
              </a:ext>
            </a:extLst>
          </p:cNvPr>
          <p:cNvSpPr txBox="1"/>
          <p:nvPr/>
        </p:nvSpPr>
        <p:spPr>
          <a:xfrm rot="16200000">
            <a:off x="3339365" y="1449585"/>
            <a:ext cx="10235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Percentiles [%]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1F97612-C485-AE23-BD9F-7CA352F3DB7C}"/>
              </a:ext>
            </a:extLst>
          </p:cNvPr>
          <p:cNvSpPr txBox="1"/>
          <p:nvPr/>
        </p:nvSpPr>
        <p:spPr>
          <a:xfrm>
            <a:off x="3784440" y="1948355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B1E5CF-B773-C586-08D5-E20AD789D93A}"/>
              </a:ext>
            </a:extLst>
          </p:cNvPr>
          <p:cNvSpPr txBox="1"/>
          <p:nvPr/>
        </p:nvSpPr>
        <p:spPr>
          <a:xfrm>
            <a:off x="4103705" y="2175588"/>
            <a:ext cx="10880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tp [mm/24h]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AD207A-E0D0-57E5-0C20-066C3918457E}"/>
              </a:ext>
            </a:extLst>
          </p:cNvPr>
          <p:cNvSpPr txBox="1"/>
          <p:nvPr/>
        </p:nvSpPr>
        <p:spPr>
          <a:xfrm>
            <a:off x="3908810" y="202933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261ECC-9D6D-3AA4-2DBC-B4DC15180D37}"/>
              </a:ext>
            </a:extLst>
          </p:cNvPr>
          <p:cNvSpPr txBox="1"/>
          <p:nvPr/>
        </p:nvSpPr>
        <p:spPr>
          <a:xfrm>
            <a:off x="4131709" y="202619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1C1285D-5BA8-1136-40CB-EB99E71A5BC5}"/>
              </a:ext>
            </a:extLst>
          </p:cNvPr>
          <p:cNvSpPr txBox="1"/>
          <p:nvPr/>
        </p:nvSpPr>
        <p:spPr>
          <a:xfrm>
            <a:off x="4345374" y="202619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200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B23C00D-6C02-9EBC-204C-76736CC0ED0D}"/>
              </a:ext>
            </a:extLst>
          </p:cNvPr>
          <p:cNvSpPr txBox="1"/>
          <p:nvPr/>
        </p:nvSpPr>
        <p:spPr>
          <a:xfrm>
            <a:off x="4559037" y="202619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300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8F78574-DFEF-1A32-93C7-898093472B79}"/>
              </a:ext>
            </a:extLst>
          </p:cNvPr>
          <p:cNvSpPr txBox="1"/>
          <p:nvPr/>
        </p:nvSpPr>
        <p:spPr>
          <a:xfrm>
            <a:off x="4769622" y="202619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400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3F143D5-D29C-CC40-7AD9-EEB655FA84A7}"/>
              </a:ext>
            </a:extLst>
          </p:cNvPr>
          <p:cNvSpPr txBox="1"/>
          <p:nvPr/>
        </p:nvSpPr>
        <p:spPr>
          <a:xfrm>
            <a:off x="4983287" y="2026198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500</a:t>
            </a:r>
          </a:p>
        </p:txBody>
      </p:sp>
    </p:spTree>
    <p:extLst>
      <p:ext uri="{BB962C8B-B14F-4D97-AF65-F5344CB8AC3E}">
        <p14:creationId xmlns:p14="http://schemas.microsoft.com/office/powerpoint/2010/main" val="3420742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25423-75E2-3B32-BEFC-F5D4BA4F4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C56B5021-059E-0B70-0297-317EE03BE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518" y="1347885"/>
            <a:ext cx="1080000" cy="97605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90D458-1492-E833-28C8-65E0E2E555B6}"/>
              </a:ext>
            </a:extLst>
          </p:cNvPr>
          <p:cNvCxnSpPr>
            <a:cxnSpLocks/>
          </p:cNvCxnSpPr>
          <p:nvPr/>
        </p:nvCxnSpPr>
        <p:spPr>
          <a:xfrm rot="16200000">
            <a:off x="-345018" y="1638643"/>
            <a:ext cx="2336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4CEF4B-9217-CC67-75B0-DA3623595278}"/>
              </a:ext>
            </a:extLst>
          </p:cNvPr>
          <p:cNvCxnSpPr>
            <a:cxnSpLocks/>
          </p:cNvCxnSpPr>
          <p:nvPr/>
        </p:nvCxnSpPr>
        <p:spPr>
          <a:xfrm rot="16200000">
            <a:off x="168708" y="1638644"/>
            <a:ext cx="2336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B88425-50FF-6705-7006-AEFB01E68E22}"/>
              </a:ext>
            </a:extLst>
          </p:cNvPr>
          <p:cNvCxnSpPr>
            <a:cxnSpLocks/>
          </p:cNvCxnSpPr>
          <p:nvPr/>
        </p:nvCxnSpPr>
        <p:spPr>
          <a:xfrm rot="16200000">
            <a:off x="682434" y="1638644"/>
            <a:ext cx="2336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46F1D0-BA33-CAF7-79E9-4DD3846C7D3F}"/>
              </a:ext>
            </a:extLst>
          </p:cNvPr>
          <p:cNvCxnSpPr>
            <a:cxnSpLocks/>
          </p:cNvCxnSpPr>
          <p:nvPr/>
        </p:nvCxnSpPr>
        <p:spPr>
          <a:xfrm rot="16200000">
            <a:off x="1196160" y="1638644"/>
            <a:ext cx="2336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C17A18F-45C1-8533-8C81-74B42205BFB6}"/>
              </a:ext>
            </a:extLst>
          </p:cNvPr>
          <p:cNvSpPr/>
          <p:nvPr/>
        </p:nvSpPr>
        <p:spPr>
          <a:xfrm>
            <a:off x="309315" y="484087"/>
            <a:ext cx="2569579" cy="2322653"/>
          </a:xfrm>
          <a:custGeom>
            <a:avLst/>
            <a:gdLst>
              <a:gd name="connsiteX0" fmla="*/ 0 w 2569579"/>
              <a:gd name="connsiteY0" fmla="*/ 2322653 h 2322653"/>
              <a:gd name="connsiteX1" fmla="*/ 3858 w 2569579"/>
              <a:gd name="connsiteY1" fmla="*/ 937549 h 2322653"/>
              <a:gd name="connsiteX2" fmla="*/ 123463 w 2569579"/>
              <a:gd name="connsiteY2" fmla="*/ 528577 h 2322653"/>
              <a:gd name="connsiteX3" fmla="*/ 258501 w 2569579"/>
              <a:gd name="connsiteY3" fmla="*/ 266218 h 2322653"/>
              <a:gd name="connsiteX4" fmla="*/ 405113 w 2569579"/>
              <a:gd name="connsiteY4" fmla="*/ 185195 h 2322653"/>
              <a:gd name="connsiteX5" fmla="*/ 729205 w 2569579"/>
              <a:gd name="connsiteY5" fmla="*/ 127322 h 2322653"/>
              <a:gd name="connsiteX6" fmla="*/ 1338805 w 2569579"/>
              <a:gd name="connsiteY6" fmla="*/ 73306 h 2322653"/>
              <a:gd name="connsiteX7" fmla="*/ 1844232 w 2569579"/>
              <a:gd name="connsiteY7" fmla="*/ 38582 h 2322653"/>
              <a:gd name="connsiteX8" fmla="*/ 2569579 w 2569579"/>
              <a:gd name="connsiteY8" fmla="*/ 0 h 2322653"/>
              <a:gd name="connsiteX9" fmla="*/ 586450 w 2569579"/>
              <a:gd name="connsiteY9" fmla="*/ 0 h 2322653"/>
              <a:gd name="connsiteX10" fmla="*/ 466845 w 2569579"/>
              <a:gd name="connsiteY10" fmla="*/ 173620 h 2322653"/>
              <a:gd name="connsiteX11" fmla="*/ 354956 w 2569579"/>
              <a:gd name="connsiteY11" fmla="*/ 320233 h 2322653"/>
              <a:gd name="connsiteX12" fmla="*/ 281650 w 2569579"/>
              <a:gd name="connsiteY12" fmla="*/ 505428 h 2322653"/>
              <a:gd name="connsiteX13" fmla="*/ 204486 w 2569579"/>
              <a:gd name="connsiteY13" fmla="*/ 790937 h 2322653"/>
              <a:gd name="connsiteX14" fmla="*/ 146612 w 2569579"/>
              <a:gd name="connsiteY14" fmla="*/ 1041722 h 2322653"/>
              <a:gd name="connsiteX15" fmla="*/ 96455 w 2569579"/>
              <a:gd name="connsiteY15" fmla="*/ 1269357 h 2322653"/>
              <a:gd name="connsiteX16" fmla="*/ 38582 w 2569579"/>
              <a:gd name="connsiteY16" fmla="*/ 1643605 h 2322653"/>
              <a:gd name="connsiteX17" fmla="*/ 7716 w 2569579"/>
              <a:gd name="connsiteY17" fmla="*/ 1813367 h 2322653"/>
              <a:gd name="connsiteX18" fmla="*/ 0 w 2569579"/>
              <a:gd name="connsiteY18" fmla="*/ 2322653 h 2322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569579" h="2322653">
                <a:moveTo>
                  <a:pt x="0" y="2322653"/>
                </a:moveTo>
                <a:lnTo>
                  <a:pt x="3858" y="937549"/>
                </a:lnTo>
                <a:lnTo>
                  <a:pt x="123463" y="528577"/>
                </a:lnTo>
                <a:lnTo>
                  <a:pt x="258501" y="266218"/>
                </a:lnTo>
                <a:lnTo>
                  <a:pt x="405113" y="185195"/>
                </a:lnTo>
                <a:lnTo>
                  <a:pt x="729205" y="127322"/>
                </a:lnTo>
                <a:lnTo>
                  <a:pt x="1338805" y="73306"/>
                </a:lnTo>
                <a:lnTo>
                  <a:pt x="1844232" y="38582"/>
                </a:lnTo>
                <a:lnTo>
                  <a:pt x="2569579" y="0"/>
                </a:lnTo>
                <a:lnTo>
                  <a:pt x="586450" y="0"/>
                </a:lnTo>
                <a:lnTo>
                  <a:pt x="466845" y="173620"/>
                </a:lnTo>
                <a:lnTo>
                  <a:pt x="354956" y="320233"/>
                </a:lnTo>
                <a:lnTo>
                  <a:pt x="281650" y="505428"/>
                </a:lnTo>
                <a:lnTo>
                  <a:pt x="204486" y="790937"/>
                </a:lnTo>
                <a:lnTo>
                  <a:pt x="146612" y="1041722"/>
                </a:lnTo>
                <a:lnTo>
                  <a:pt x="96455" y="1269357"/>
                </a:lnTo>
                <a:lnTo>
                  <a:pt x="38582" y="1643605"/>
                </a:lnTo>
                <a:lnTo>
                  <a:pt x="7716" y="1813367"/>
                </a:lnTo>
                <a:lnTo>
                  <a:pt x="0" y="2322653"/>
                </a:lnTo>
                <a:close/>
              </a:path>
            </a:pathLst>
          </a:custGeom>
          <a:solidFill>
            <a:srgbClr val="990033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B0C928-FC70-E743-785A-AF755AC81DC3}"/>
              </a:ext>
            </a:extLst>
          </p:cNvPr>
          <p:cNvCxnSpPr>
            <a:cxnSpLocks/>
          </p:cNvCxnSpPr>
          <p:nvPr/>
        </p:nvCxnSpPr>
        <p:spPr>
          <a:xfrm>
            <a:off x="309455" y="2223466"/>
            <a:ext cx="2570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A94E2F0-8D63-9C94-71F8-33CCC4544ADC}"/>
              </a:ext>
            </a:extLst>
          </p:cNvPr>
          <p:cNvCxnSpPr>
            <a:cxnSpLocks/>
          </p:cNvCxnSpPr>
          <p:nvPr/>
        </p:nvCxnSpPr>
        <p:spPr>
          <a:xfrm>
            <a:off x="309455" y="1055650"/>
            <a:ext cx="2570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A694EB-45B4-A27B-F174-CE8DCFB2DEFA}"/>
              </a:ext>
            </a:extLst>
          </p:cNvPr>
          <p:cNvCxnSpPr>
            <a:cxnSpLocks/>
          </p:cNvCxnSpPr>
          <p:nvPr/>
        </p:nvCxnSpPr>
        <p:spPr>
          <a:xfrm>
            <a:off x="309455" y="1639558"/>
            <a:ext cx="2570400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460407F-E9C5-1D6F-B46F-210FB9F1D382}"/>
              </a:ext>
            </a:extLst>
          </p:cNvPr>
          <p:cNvSpPr/>
          <p:nvPr/>
        </p:nvSpPr>
        <p:spPr>
          <a:xfrm>
            <a:off x="309455" y="470443"/>
            <a:ext cx="2568633" cy="2335877"/>
          </a:xfrm>
          <a:prstGeom prst="rect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030FE44-FB42-36C7-7036-A0EB02235055}"/>
              </a:ext>
            </a:extLst>
          </p:cNvPr>
          <p:cNvSpPr/>
          <p:nvPr/>
        </p:nvSpPr>
        <p:spPr>
          <a:xfrm>
            <a:off x="314218" y="485384"/>
            <a:ext cx="581881" cy="2313709"/>
          </a:xfrm>
          <a:custGeom>
            <a:avLst/>
            <a:gdLst>
              <a:gd name="connsiteX0" fmla="*/ 1745 w 578094"/>
              <a:gd name="connsiteY0" fmla="*/ 2313709 h 2313709"/>
              <a:gd name="connsiteX1" fmla="*/ 7287 w 578094"/>
              <a:gd name="connsiteY1" fmla="*/ 1850968 h 2313709"/>
              <a:gd name="connsiteX2" fmla="*/ 59934 w 578094"/>
              <a:gd name="connsiteY2" fmla="*/ 1609898 h 2313709"/>
              <a:gd name="connsiteX3" fmla="*/ 118123 w 578094"/>
              <a:gd name="connsiteY3" fmla="*/ 1332808 h 2313709"/>
              <a:gd name="connsiteX4" fmla="*/ 173541 w 578094"/>
              <a:gd name="connsiteY4" fmla="*/ 972589 h 2313709"/>
              <a:gd name="connsiteX5" fmla="*/ 220647 w 578094"/>
              <a:gd name="connsiteY5" fmla="*/ 753688 h 2313709"/>
              <a:gd name="connsiteX6" fmla="*/ 256668 w 578094"/>
              <a:gd name="connsiteY6" fmla="*/ 459971 h 2313709"/>
              <a:gd name="connsiteX7" fmla="*/ 397985 w 578094"/>
              <a:gd name="connsiteY7" fmla="*/ 315884 h 2313709"/>
              <a:gd name="connsiteX8" fmla="*/ 494967 w 578094"/>
              <a:gd name="connsiteY8" fmla="*/ 163484 h 2313709"/>
              <a:gd name="connsiteX9" fmla="*/ 578094 w 578094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17595 w 577566"/>
              <a:gd name="connsiteY3" fmla="*/ 1332808 h 2313709"/>
              <a:gd name="connsiteX4" fmla="*/ 173013 w 577566"/>
              <a:gd name="connsiteY4" fmla="*/ 972589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73013 w 577566"/>
              <a:gd name="connsiteY4" fmla="*/ 972589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20119 w 577566"/>
              <a:gd name="connsiteY5" fmla="*/ 753688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97457 w 577566"/>
              <a:gd name="connsiteY7" fmla="*/ 315884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56140 w 577566"/>
              <a:gd name="connsiteY6" fmla="*/ 459971 h 2313709"/>
              <a:gd name="connsiteX7" fmla="*/ 362733 w 577566"/>
              <a:gd name="connsiteY7" fmla="*/ 296592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94439 w 577566"/>
              <a:gd name="connsiteY8" fmla="*/ 163484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6020 w 577566"/>
              <a:gd name="connsiteY3" fmla="*/ 1325091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75148 w 577566"/>
              <a:gd name="connsiteY8" fmla="*/ 148051 h 2313709"/>
              <a:gd name="connsiteX9" fmla="*/ 577566 w 577566"/>
              <a:gd name="connsiteY9" fmla="*/ 0 h 2313709"/>
              <a:gd name="connsiteX0" fmla="*/ 1217 w 577566"/>
              <a:gd name="connsiteY0" fmla="*/ 2313709 h 2313709"/>
              <a:gd name="connsiteX1" fmla="*/ 6759 w 577566"/>
              <a:gd name="connsiteY1" fmla="*/ 1850968 h 2313709"/>
              <a:gd name="connsiteX2" fmla="*/ 47831 w 577566"/>
              <a:gd name="connsiteY2" fmla="*/ 1582890 h 2313709"/>
              <a:gd name="connsiteX3" fmla="*/ 102162 w 577566"/>
              <a:gd name="connsiteY3" fmla="*/ 1290367 h 2313709"/>
              <a:gd name="connsiteX4" fmla="*/ 157581 w 577566"/>
              <a:gd name="connsiteY4" fmla="*/ 964873 h 2313709"/>
              <a:gd name="connsiteX5" fmla="*/ 204686 w 577566"/>
              <a:gd name="connsiteY5" fmla="*/ 745972 h 2313709"/>
              <a:gd name="connsiteX6" fmla="*/ 283148 w 577566"/>
              <a:gd name="connsiteY6" fmla="*/ 467688 h 2313709"/>
              <a:gd name="connsiteX7" fmla="*/ 362733 w 577566"/>
              <a:gd name="connsiteY7" fmla="*/ 296592 h 2313709"/>
              <a:gd name="connsiteX8" fmla="*/ 475148 w 577566"/>
              <a:gd name="connsiteY8" fmla="*/ 148051 h 2313709"/>
              <a:gd name="connsiteX9" fmla="*/ 577566 w 577566"/>
              <a:gd name="connsiteY9" fmla="*/ 0 h 2313709"/>
              <a:gd name="connsiteX0" fmla="*/ 5531 w 581880"/>
              <a:gd name="connsiteY0" fmla="*/ 2313709 h 2313709"/>
              <a:gd name="connsiteX1" fmla="*/ 3357 w 581880"/>
              <a:gd name="connsiteY1" fmla="*/ 1862542 h 2313709"/>
              <a:gd name="connsiteX2" fmla="*/ 52145 w 581880"/>
              <a:gd name="connsiteY2" fmla="*/ 1582890 h 2313709"/>
              <a:gd name="connsiteX3" fmla="*/ 106476 w 581880"/>
              <a:gd name="connsiteY3" fmla="*/ 1290367 h 2313709"/>
              <a:gd name="connsiteX4" fmla="*/ 161895 w 581880"/>
              <a:gd name="connsiteY4" fmla="*/ 964873 h 2313709"/>
              <a:gd name="connsiteX5" fmla="*/ 209000 w 581880"/>
              <a:gd name="connsiteY5" fmla="*/ 745972 h 2313709"/>
              <a:gd name="connsiteX6" fmla="*/ 287462 w 581880"/>
              <a:gd name="connsiteY6" fmla="*/ 467688 h 2313709"/>
              <a:gd name="connsiteX7" fmla="*/ 367047 w 581880"/>
              <a:gd name="connsiteY7" fmla="*/ 296592 h 2313709"/>
              <a:gd name="connsiteX8" fmla="*/ 479462 w 581880"/>
              <a:gd name="connsiteY8" fmla="*/ 148051 h 2313709"/>
              <a:gd name="connsiteX9" fmla="*/ 581880 w 581880"/>
              <a:gd name="connsiteY9" fmla="*/ 0 h 2313709"/>
              <a:gd name="connsiteX0" fmla="*/ 4392 w 580741"/>
              <a:gd name="connsiteY0" fmla="*/ 2313709 h 2313709"/>
              <a:gd name="connsiteX1" fmla="*/ 2218 w 580741"/>
              <a:gd name="connsiteY1" fmla="*/ 1862542 h 2313709"/>
              <a:gd name="connsiteX2" fmla="*/ 35574 w 580741"/>
              <a:gd name="connsiteY2" fmla="*/ 1552024 h 2313709"/>
              <a:gd name="connsiteX3" fmla="*/ 105337 w 580741"/>
              <a:gd name="connsiteY3" fmla="*/ 1290367 h 2313709"/>
              <a:gd name="connsiteX4" fmla="*/ 160756 w 580741"/>
              <a:gd name="connsiteY4" fmla="*/ 964873 h 2313709"/>
              <a:gd name="connsiteX5" fmla="*/ 207861 w 580741"/>
              <a:gd name="connsiteY5" fmla="*/ 745972 h 2313709"/>
              <a:gd name="connsiteX6" fmla="*/ 286323 w 580741"/>
              <a:gd name="connsiteY6" fmla="*/ 467688 h 2313709"/>
              <a:gd name="connsiteX7" fmla="*/ 365908 w 580741"/>
              <a:gd name="connsiteY7" fmla="*/ 296592 h 2313709"/>
              <a:gd name="connsiteX8" fmla="*/ 478323 w 580741"/>
              <a:gd name="connsiteY8" fmla="*/ 148051 h 2313709"/>
              <a:gd name="connsiteX9" fmla="*/ 580741 w 580741"/>
              <a:gd name="connsiteY9" fmla="*/ 0 h 2313709"/>
              <a:gd name="connsiteX0" fmla="*/ 6102 w 582451"/>
              <a:gd name="connsiteY0" fmla="*/ 2313709 h 2313709"/>
              <a:gd name="connsiteX1" fmla="*/ 3928 w 582451"/>
              <a:gd name="connsiteY1" fmla="*/ 1862542 h 2313709"/>
              <a:gd name="connsiteX2" fmla="*/ 60433 w 582451"/>
              <a:gd name="connsiteY2" fmla="*/ 1552024 h 2313709"/>
              <a:gd name="connsiteX3" fmla="*/ 107047 w 582451"/>
              <a:gd name="connsiteY3" fmla="*/ 1290367 h 2313709"/>
              <a:gd name="connsiteX4" fmla="*/ 162466 w 582451"/>
              <a:gd name="connsiteY4" fmla="*/ 964873 h 2313709"/>
              <a:gd name="connsiteX5" fmla="*/ 209571 w 582451"/>
              <a:gd name="connsiteY5" fmla="*/ 745972 h 2313709"/>
              <a:gd name="connsiteX6" fmla="*/ 288033 w 582451"/>
              <a:gd name="connsiteY6" fmla="*/ 467688 h 2313709"/>
              <a:gd name="connsiteX7" fmla="*/ 367618 w 582451"/>
              <a:gd name="connsiteY7" fmla="*/ 296592 h 2313709"/>
              <a:gd name="connsiteX8" fmla="*/ 480033 w 582451"/>
              <a:gd name="connsiteY8" fmla="*/ 148051 h 2313709"/>
              <a:gd name="connsiteX9" fmla="*/ 582451 w 58245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106477 w 581881"/>
              <a:gd name="connsiteY3" fmla="*/ 1290367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106477 w 581881"/>
              <a:gd name="connsiteY3" fmla="*/ 1290367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  <a:gd name="connsiteX0" fmla="*/ 5532 w 581881"/>
              <a:gd name="connsiteY0" fmla="*/ 2313709 h 2313709"/>
              <a:gd name="connsiteX1" fmla="*/ 3358 w 581881"/>
              <a:gd name="connsiteY1" fmla="*/ 1862542 h 2313709"/>
              <a:gd name="connsiteX2" fmla="*/ 52147 w 581881"/>
              <a:gd name="connsiteY2" fmla="*/ 1536591 h 2313709"/>
              <a:gd name="connsiteX3" fmla="*/ 98760 w 581881"/>
              <a:gd name="connsiteY3" fmla="*/ 1232494 h 2313709"/>
              <a:gd name="connsiteX4" fmla="*/ 161896 w 581881"/>
              <a:gd name="connsiteY4" fmla="*/ 964873 h 2313709"/>
              <a:gd name="connsiteX5" fmla="*/ 209001 w 581881"/>
              <a:gd name="connsiteY5" fmla="*/ 745972 h 2313709"/>
              <a:gd name="connsiteX6" fmla="*/ 287463 w 581881"/>
              <a:gd name="connsiteY6" fmla="*/ 467688 h 2313709"/>
              <a:gd name="connsiteX7" fmla="*/ 367048 w 581881"/>
              <a:gd name="connsiteY7" fmla="*/ 296592 h 2313709"/>
              <a:gd name="connsiteX8" fmla="*/ 479463 w 581881"/>
              <a:gd name="connsiteY8" fmla="*/ 148051 h 2313709"/>
              <a:gd name="connsiteX9" fmla="*/ 581881 w 581881"/>
              <a:gd name="connsiteY9" fmla="*/ 0 h 23137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1881" h="2313709">
                <a:moveTo>
                  <a:pt x="5532" y="2313709"/>
                </a:moveTo>
                <a:cubicBezTo>
                  <a:pt x="3454" y="2140989"/>
                  <a:pt x="-4411" y="1992062"/>
                  <a:pt x="3358" y="1862542"/>
                </a:cubicBezTo>
                <a:cubicBezTo>
                  <a:pt x="11127" y="1733022"/>
                  <a:pt x="36247" y="1641599"/>
                  <a:pt x="52147" y="1536591"/>
                </a:cubicBezTo>
                <a:cubicBezTo>
                  <a:pt x="68047" y="1431583"/>
                  <a:pt x="80469" y="1327780"/>
                  <a:pt x="98760" y="1232494"/>
                </a:cubicBezTo>
                <a:cubicBezTo>
                  <a:pt x="117052" y="1137208"/>
                  <a:pt x="143523" y="1045960"/>
                  <a:pt x="161896" y="964873"/>
                </a:cubicBezTo>
                <a:cubicBezTo>
                  <a:pt x="180270" y="883786"/>
                  <a:pt x="188073" y="828836"/>
                  <a:pt x="209001" y="745972"/>
                </a:cubicBezTo>
                <a:cubicBezTo>
                  <a:pt x="229929" y="663108"/>
                  <a:pt x="261122" y="542585"/>
                  <a:pt x="287463" y="467688"/>
                </a:cubicBezTo>
                <a:cubicBezTo>
                  <a:pt x="313804" y="392791"/>
                  <a:pt x="335048" y="349865"/>
                  <a:pt x="367048" y="296592"/>
                </a:cubicBezTo>
                <a:cubicBezTo>
                  <a:pt x="399048" y="243319"/>
                  <a:pt x="449445" y="200698"/>
                  <a:pt x="479463" y="148051"/>
                </a:cubicBezTo>
                <a:cubicBezTo>
                  <a:pt x="509481" y="95404"/>
                  <a:pt x="555326" y="55418"/>
                  <a:pt x="581881" y="0"/>
                </a:cubicBezTo>
              </a:path>
            </a:pathLst>
          </a:custGeom>
          <a:noFill/>
          <a:ln w="28575">
            <a:solidFill>
              <a:srgbClr val="9900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B57DC69-D20E-412D-46BF-D3F4CAABE93B}"/>
              </a:ext>
            </a:extLst>
          </p:cNvPr>
          <p:cNvSpPr/>
          <p:nvPr/>
        </p:nvSpPr>
        <p:spPr>
          <a:xfrm>
            <a:off x="310971" y="488156"/>
            <a:ext cx="2564788" cy="2322022"/>
          </a:xfrm>
          <a:custGeom>
            <a:avLst/>
            <a:gdLst>
              <a:gd name="connsiteX0" fmla="*/ 5282 w 2593311"/>
              <a:gd name="connsiteY0" fmla="*/ 2322022 h 2322022"/>
              <a:gd name="connsiteX1" fmla="*/ 10824 w 2593311"/>
              <a:gd name="connsiteY1" fmla="*/ 911629 h 2322022"/>
              <a:gd name="connsiteX2" fmla="*/ 102264 w 2593311"/>
              <a:gd name="connsiteY2" fmla="*/ 706582 h 2322022"/>
              <a:gd name="connsiteX3" fmla="*/ 154911 w 2593311"/>
              <a:gd name="connsiteY3" fmla="*/ 520931 h 2322022"/>
              <a:gd name="connsiteX4" fmla="*/ 226955 w 2593311"/>
              <a:gd name="connsiteY4" fmla="*/ 396240 h 2322022"/>
              <a:gd name="connsiteX5" fmla="*/ 282373 w 2593311"/>
              <a:gd name="connsiteY5" fmla="*/ 271549 h 2322022"/>
              <a:gd name="connsiteX6" fmla="*/ 451398 w 2593311"/>
              <a:gd name="connsiteY6" fmla="*/ 169026 h 2322022"/>
              <a:gd name="connsiteX7" fmla="*/ 1074853 w 2593311"/>
              <a:gd name="connsiteY7" fmla="*/ 88669 h 2322022"/>
              <a:gd name="connsiteX8" fmla="*/ 1778664 w 2593311"/>
              <a:gd name="connsiteY8" fmla="*/ 33251 h 2322022"/>
              <a:gd name="connsiteX9" fmla="*/ 2593311 w 2593311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53986 w 2592386"/>
              <a:gd name="connsiteY3" fmla="*/ 520931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53986 w 2592386"/>
              <a:gd name="connsiteY3" fmla="*/ 520931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34695 w 2592386"/>
              <a:gd name="connsiteY3" fmla="*/ 501639 h 2322022"/>
              <a:gd name="connsiteX4" fmla="*/ 226030 w 2592386"/>
              <a:gd name="connsiteY4" fmla="*/ 396240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4357 w 2592386"/>
              <a:gd name="connsiteY0" fmla="*/ 2322022 h 2322022"/>
              <a:gd name="connsiteX1" fmla="*/ 9899 w 2592386"/>
              <a:gd name="connsiteY1" fmla="*/ 911629 h 2322022"/>
              <a:gd name="connsiteX2" fmla="*/ 85906 w 2592386"/>
              <a:gd name="connsiteY2" fmla="*/ 637134 h 2322022"/>
              <a:gd name="connsiteX3" fmla="*/ 134695 w 2592386"/>
              <a:gd name="connsiteY3" fmla="*/ 501639 h 2322022"/>
              <a:gd name="connsiteX4" fmla="*/ 202880 w 2592386"/>
              <a:gd name="connsiteY4" fmla="*/ 380807 h 2322022"/>
              <a:gd name="connsiteX5" fmla="*/ 281448 w 2592386"/>
              <a:gd name="connsiteY5" fmla="*/ 271549 h 2322022"/>
              <a:gd name="connsiteX6" fmla="*/ 450473 w 2592386"/>
              <a:gd name="connsiteY6" fmla="*/ 169026 h 2322022"/>
              <a:gd name="connsiteX7" fmla="*/ 1073928 w 2592386"/>
              <a:gd name="connsiteY7" fmla="*/ 88669 h 2322022"/>
              <a:gd name="connsiteX8" fmla="*/ 1777739 w 2592386"/>
              <a:gd name="connsiteY8" fmla="*/ 33251 h 2322022"/>
              <a:gd name="connsiteX9" fmla="*/ 2592386 w 2592386"/>
              <a:gd name="connsiteY9" fmla="*/ 0 h 2322022"/>
              <a:gd name="connsiteX0" fmla="*/ 7292 w 2595321"/>
              <a:gd name="connsiteY0" fmla="*/ 2322022 h 2322022"/>
              <a:gd name="connsiteX1" fmla="*/ 12834 w 2595321"/>
              <a:gd name="connsiteY1" fmla="*/ 911629 h 2322022"/>
              <a:gd name="connsiteX2" fmla="*/ 88841 w 2595321"/>
              <a:gd name="connsiteY2" fmla="*/ 637134 h 2322022"/>
              <a:gd name="connsiteX3" fmla="*/ 137630 w 2595321"/>
              <a:gd name="connsiteY3" fmla="*/ 501639 h 2322022"/>
              <a:gd name="connsiteX4" fmla="*/ 205815 w 2595321"/>
              <a:gd name="connsiteY4" fmla="*/ 380807 h 2322022"/>
              <a:gd name="connsiteX5" fmla="*/ 284383 w 2595321"/>
              <a:gd name="connsiteY5" fmla="*/ 271549 h 2322022"/>
              <a:gd name="connsiteX6" fmla="*/ 453408 w 2595321"/>
              <a:gd name="connsiteY6" fmla="*/ 169026 h 2322022"/>
              <a:gd name="connsiteX7" fmla="*/ 1076863 w 2595321"/>
              <a:gd name="connsiteY7" fmla="*/ 88669 h 2322022"/>
              <a:gd name="connsiteX8" fmla="*/ 1780674 w 2595321"/>
              <a:gd name="connsiteY8" fmla="*/ 33251 h 2322022"/>
              <a:gd name="connsiteX9" fmla="*/ 2595321 w 2595321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80857 w 2591795"/>
              <a:gd name="connsiteY5" fmla="*/ 271549 h 2322022"/>
              <a:gd name="connsiteX6" fmla="*/ 449882 w 2591795"/>
              <a:gd name="connsiteY6" fmla="*/ 169026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96290 w 2591795"/>
              <a:gd name="connsiteY5" fmla="*/ 244541 h 2322022"/>
              <a:gd name="connsiteX6" fmla="*/ 449882 w 2591795"/>
              <a:gd name="connsiteY6" fmla="*/ 169026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91795"/>
              <a:gd name="connsiteY0" fmla="*/ 2322022 h 2322022"/>
              <a:gd name="connsiteX1" fmla="*/ 17025 w 2591795"/>
              <a:gd name="connsiteY1" fmla="*/ 923204 h 2322022"/>
              <a:gd name="connsiteX2" fmla="*/ 85315 w 2591795"/>
              <a:gd name="connsiteY2" fmla="*/ 637134 h 2322022"/>
              <a:gd name="connsiteX3" fmla="*/ 134104 w 2591795"/>
              <a:gd name="connsiteY3" fmla="*/ 501639 h 2322022"/>
              <a:gd name="connsiteX4" fmla="*/ 202289 w 2591795"/>
              <a:gd name="connsiteY4" fmla="*/ 380807 h 2322022"/>
              <a:gd name="connsiteX5" fmla="*/ 296290 w 2591795"/>
              <a:gd name="connsiteY5" fmla="*/ 244541 h 2322022"/>
              <a:gd name="connsiteX6" fmla="*/ 473032 w 2591795"/>
              <a:gd name="connsiteY6" fmla="*/ 161309 h 2322022"/>
              <a:gd name="connsiteX7" fmla="*/ 1073337 w 2591795"/>
              <a:gd name="connsiteY7" fmla="*/ 88669 h 2322022"/>
              <a:gd name="connsiteX8" fmla="*/ 1777148 w 2591795"/>
              <a:gd name="connsiteY8" fmla="*/ 33251 h 2322022"/>
              <a:gd name="connsiteX9" fmla="*/ 2591795 w 2591795"/>
              <a:gd name="connsiteY9" fmla="*/ 0 h 2322022"/>
              <a:gd name="connsiteX0" fmla="*/ 3766 w 2564788"/>
              <a:gd name="connsiteY0" fmla="*/ 2322022 h 2322022"/>
              <a:gd name="connsiteX1" fmla="*/ 17025 w 2564788"/>
              <a:gd name="connsiteY1" fmla="*/ 923204 h 2322022"/>
              <a:gd name="connsiteX2" fmla="*/ 85315 w 2564788"/>
              <a:gd name="connsiteY2" fmla="*/ 637134 h 2322022"/>
              <a:gd name="connsiteX3" fmla="*/ 134104 w 2564788"/>
              <a:gd name="connsiteY3" fmla="*/ 501639 h 2322022"/>
              <a:gd name="connsiteX4" fmla="*/ 202289 w 2564788"/>
              <a:gd name="connsiteY4" fmla="*/ 380807 h 2322022"/>
              <a:gd name="connsiteX5" fmla="*/ 296290 w 2564788"/>
              <a:gd name="connsiteY5" fmla="*/ 244541 h 2322022"/>
              <a:gd name="connsiteX6" fmla="*/ 473032 w 2564788"/>
              <a:gd name="connsiteY6" fmla="*/ 161309 h 2322022"/>
              <a:gd name="connsiteX7" fmla="*/ 1073337 w 2564788"/>
              <a:gd name="connsiteY7" fmla="*/ 88669 h 2322022"/>
              <a:gd name="connsiteX8" fmla="*/ 1777148 w 2564788"/>
              <a:gd name="connsiteY8" fmla="*/ 33251 h 2322022"/>
              <a:gd name="connsiteX9" fmla="*/ 2564788 w 2564788"/>
              <a:gd name="connsiteY9" fmla="*/ 0 h 2322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64788" h="2322022">
                <a:moveTo>
                  <a:pt x="3766" y="2322022"/>
                </a:moveTo>
                <a:cubicBezTo>
                  <a:pt x="-1545" y="1751445"/>
                  <a:pt x="-4282" y="1034257"/>
                  <a:pt x="17025" y="923204"/>
                </a:cubicBezTo>
                <a:cubicBezTo>
                  <a:pt x="38332" y="812151"/>
                  <a:pt x="65802" y="707395"/>
                  <a:pt x="85315" y="637134"/>
                </a:cubicBezTo>
                <a:cubicBezTo>
                  <a:pt x="104828" y="566873"/>
                  <a:pt x="114608" y="544360"/>
                  <a:pt x="134104" y="501639"/>
                </a:cubicBezTo>
                <a:cubicBezTo>
                  <a:pt x="153600" y="458918"/>
                  <a:pt x="175258" y="423657"/>
                  <a:pt x="202289" y="380807"/>
                </a:cubicBezTo>
                <a:cubicBezTo>
                  <a:pt x="229320" y="337957"/>
                  <a:pt x="251166" y="281124"/>
                  <a:pt x="296290" y="244541"/>
                </a:cubicBezTo>
                <a:cubicBezTo>
                  <a:pt x="341414" y="207958"/>
                  <a:pt x="343524" y="187288"/>
                  <a:pt x="473032" y="161309"/>
                </a:cubicBezTo>
                <a:cubicBezTo>
                  <a:pt x="602540" y="135330"/>
                  <a:pt x="855984" y="110012"/>
                  <a:pt x="1073337" y="88669"/>
                </a:cubicBezTo>
                <a:cubicBezTo>
                  <a:pt x="1290690" y="67326"/>
                  <a:pt x="1524072" y="48029"/>
                  <a:pt x="1777148" y="33251"/>
                </a:cubicBezTo>
                <a:cubicBezTo>
                  <a:pt x="2030224" y="18473"/>
                  <a:pt x="2284002" y="9236"/>
                  <a:pt x="2564788" y="0"/>
                </a:cubicBezTo>
              </a:path>
            </a:pathLst>
          </a:custGeom>
          <a:noFill/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EF402D-94E4-9FCA-542E-507342F4CC8C}"/>
              </a:ext>
            </a:extLst>
          </p:cNvPr>
          <p:cNvSpPr txBox="1"/>
          <p:nvPr/>
        </p:nvSpPr>
        <p:spPr>
          <a:xfrm>
            <a:off x="3736216" y="172564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F37B2C-79F9-51BB-2B0F-C2EBF6BBB085}"/>
              </a:ext>
            </a:extLst>
          </p:cNvPr>
          <p:cNvSpPr txBox="1"/>
          <p:nvPr/>
        </p:nvSpPr>
        <p:spPr>
          <a:xfrm>
            <a:off x="3736216" y="124024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69E556-4517-21EA-32EE-D85D4F577E5A}"/>
              </a:ext>
            </a:extLst>
          </p:cNvPr>
          <p:cNvSpPr txBox="1"/>
          <p:nvPr/>
        </p:nvSpPr>
        <p:spPr>
          <a:xfrm>
            <a:off x="3736216" y="148294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75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BF87F1-FEF1-F4DE-2417-3DFBFB3150A8}"/>
              </a:ext>
            </a:extLst>
          </p:cNvPr>
          <p:cNvSpPr txBox="1"/>
          <p:nvPr/>
        </p:nvSpPr>
        <p:spPr>
          <a:xfrm>
            <a:off x="3736216" y="1968341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1D6188-560D-139A-845C-A95401B0929E}"/>
              </a:ext>
            </a:extLst>
          </p:cNvPr>
          <p:cNvSpPr txBox="1"/>
          <p:nvPr/>
        </p:nvSpPr>
        <p:spPr>
          <a:xfrm rot="16200000">
            <a:off x="3291141" y="1712272"/>
            <a:ext cx="10235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Percentiles [%]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DADCD67-C874-94B4-B3BC-919B8D231551}"/>
              </a:ext>
            </a:extLst>
          </p:cNvPr>
          <p:cNvSpPr txBox="1"/>
          <p:nvPr/>
        </p:nvSpPr>
        <p:spPr>
          <a:xfrm>
            <a:off x="3736216" y="2211042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BBA14A-08E6-248B-6D99-ACF0702BB46A}"/>
              </a:ext>
            </a:extLst>
          </p:cNvPr>
          <p:cNvSpPr txBox="1"/>
          <p:nvPr/>
        </p:nvSpPr>
        <p:spPr>
          <a:xfrm>
            <a:off x="4055481" y="2438275"/>
            <a:ext cx="10880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tp [mm/24h]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B2A2C9-B489-97E7-2E55-6647A9B38C01}"/>
              </a:ext>
            </a:extLst>
          </p:cNvPr>
          <p:cNvSpPr txBox="1"/>
          <p:nvPr/>
        </p:nvSpPr>
        <p:spPr>
          <a:xfrm>
            <a:off x="3860586" y="2292025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013DD47-11C5-2322-EA8B-E7AEA2722750}"/>
              </a:ext>
            </a:extLst>
          </p:cNvPr>
          <p:cNvSpPr txBox="1"/>
          <p:nvPr/>
        </p:nvSpPr>
        <p:spPr>
          <a:xfrm>
            <a:off x="4083485" y="2288885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52FD83-4B36-56E5-91D3-C53EF2E659C1}"/>
              </a:ext>
            </a:extLst>
          </p:cNvPr>
          <p:cNvSpPr txBox="1"/>
          <p:nvPr/>
        </p:nvSpPr>
        <p:spPr>
          <a:xfrm>
            <a:off x="4297150" y="2288885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200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BCC948D-7E4E-81BA-8557-B2F32D02929B}"/>
              </a:ext>
            </a:extLst>
          </p:cNvPr>
          <p:cNvSpPr txBox="1"/>
          <p:nvPr/>
        </p:nvSpPr>
        <p:spPr>
          <a:xfrm>
            <a:off x="4510813" y="2288885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300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5F28DD4-4B2C-5406-6814-CBC8190642FF}"/>
              </a:ext>
            </a:extLst>
          </p:cNvPr>
          <p:cNvSpPr txBox="1"/>
          <p:nvPr/>
        </p:nvSpPr>
        <p:spPr>
          <a:xfrm>
            <a:off x="4721398" y="2288885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400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7CB1A95-1DB0-EEE8-62FE-A8EBDA8B1914}"/>
              </a:ext>
            </a:extLst>
          </p:cNvPr>
          <p:cNvSpPr txBox="1"/>
          <p:nvPr/>
        </p:nvSpPr>
        <p:spPr>
          <a:xfrm>
            <a:off x="4935063" y="2288885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500</a:t>
            </a:r>
          </a:p>
        </p:txBody>
      </p:sp>
    </p:spTree>
    <p:extLst>
      <p:ext uri="{BB962C8B-B14F-4D97-AF65-F5344CB8AC3E}">
        <p14:creationId xmlns:p14="http://schemas.microsoft.com/office/powerpoint/2010/main" val="1109040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99B69-4BBF-9CA5-C412-0BA87304F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9C2380-4F68-ACC5-62E5-5895D262DAF1}"/>
              </a:ext>
            </a:extLst>
          </p:cNvPr>
          <p:cNvCxnSpPr>
            <a:cxnSpLocks/>
          </p:cNvCxnSpPr>
          <p:nvPr/>
        </p:nvCxnSpPr>
        <p:spPr>
          <a:xfrm>
            <a:off x="156639" y="2001790"/>
            <a:ext cx="5949504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36D4B41-A76C-B376-D0D9-2D5F6D496E92}"/>
              </a:ext>
            </a:extLst>
          </p:cNvPr>
          <p:cNvCxnSpPr>
            <a:cxnSpLocks/>
          </p:cNvCxnSpPr>
          <p:nvPr/>
        </p:nvCxnSpPr>
        <p:spPr>
          <a:xfrm>
            <a:off x="149935" y="824640"/>
            <a:ext cx="5956208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19297FD-62F4-6E21-8501-54121D646763}"/>
              </a:ext>
            </a:extLst>
          </p:cNvPr>
          <p:cNvCxnSpPr>
            <a:cxnSpLocks/>
            <a:stCxn id="25" idx="1"/>
            <a:endCxn id="25" idx="3"/>
          </p:cNvCxnSpPr>
          <p:nvPr/>
        </p:nvCxnSpPr>
        <p:spPr>
          <a:xfrm>
            <a:off x="149936" y="1416368"/>
            <a:ext cx="5956207" cy="0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7D480A6-23A2-165A-F780-F8A8DE2257A0}"/>
              </a:ext>
            </a:extLst>
          </p:cNvPr>
          <p:cNvSpPr/>
          <p:nvPr/>
        </p:nvSpPr>
        <p:spPr>
          <a:xfrm>
            <a:off x="149936" y="284751"/>
            <a:ext cx="3911015" cy="2299585"/>
          </a:xfrm>
          <a:custGeom>
            <a:avLst/>
            <a:gdLst>
              <a:gd name="connsiteX0" fmla="*/ 43733 w 3907355"/>
              <a:gd name="connsiteY0" fmla="*/ 2269067 h 2269067"/>
              <a:gd name="connsiteX1" fmla="*/ 40911 w 3907355"/>
              <a:gd name="connsiteY1" fmla="*/ 795867 h 2269067"/>
              <a:gd name="connsiteX2" fmla="*/ 475533 w 3907355"/>
              <a:gd name="connsiteY2" fmla="*/ 174978 h 2269067"/>
              <a:gd name="connsiteX3" fmla="*/ 763400 w 3907355"/>
              <a:gd name="connsiteY3" fmla="*/ 132645 h 2269067"/>
              <a:gd name="connsiteX4" fmla="*/ 1519755 w 3907355"/>
              <a:gd name="connsiteY4" fmla="*/ 79022 h 2269067"/>
              <a:gd name="connsiteX5" fmla="*/ 2595022 w 3907355"/>
              <a:gd name="connsiteY5" fmla="*/ 28222 h 2269067"/>
              <a:gd name="connsiteX6" fmla="*/ 3320333 w 3907355"/>
              <a:gd name="connsiteY6" fmla="*/ 16934 h 2269067"/>
              <a:gd name="connsiteX7" fmla="*/ 3907355 w 3907355"/>
              <a:gd name="connsiteY7" fmla="*/ 0 h 2269067"/>
              <a:gd name="connsiteX0" fmla="*/ 33903 w 3897525"/>
              <a:gd name="connsiteY0" fmla="*/ 2269067 h 2269067"/>
              <a:gd name="connsiteX1" fmla="*/ 31081 w 3897525"/>
              <a:gd name="connsiteY1" fmla="*/ 795867 h 2269067"/>
              <a:gd name="connsiteX2" fmla="*/ 324592 w 3897525"/>
              <a:gd name="connsiteY2" fmla="*/ 301978 h 2269067"/>
              <a:gd name="connsiteX3" fmla="*/ 753570 w 3897525"/>
              <a:gd name="connsiteY3" fmla="*/ 132645 h 2269067"/>
              <a:gd name="connsiteX4" fmla="*/ 1509925 w 3897525"/>
              <a:gd name="connsiteY4" fmla="*/ 79022 h 2269067"/>
              <a:gd name="connsiteX5" fmla="*/ 2585192 w 3897525"/>
              <a:gd name="connsiteY5" fmla="*/ 28222 h 2269067"/>
              <a:gd name="connsiteX6" fmla="*/ 3310503 w 3897525"/>
              <a:gd name="connsiteY6" fmla="*/ 16934 h 2269067"/>
              <a:gd name="connsiteX7" fmla="*/ 3897525 w 3897525"/>
              <a:gd name="connsiteY7" fmla="*/ 0 h 2269067"/>
              <a:gd name="connsiteX0" fmla="*/ 33903 w 3897525"/>
              <a:gd name="connsiteY0" fmla="*/ 2269067 h 2269067"/>
              <a:gd name="connsiteX1" fmla="*/ 31081 w 3897525"/>
              <a:gd name="connsiteY1" fmla="*/ 795867 h 2269067"/>
              <a:gd name="connsiteX2" fmla="*/ 324592 w 3897525"/>
              <a:gd name="connsiteY2" fmla="*/ 301978 h 2269067"/>
              <a:gd name="connsiteX3" fmla="*/ 753570 w 3897525"/>
              <a:gd name="connsiteY3" fmla="*/ 132645 h 2269067"/>
              <a:gd name="connsiteX4" fmla="*/ 1509925 w 3897525"/>
              <a:gd name="connsiteY4" fmla="*/ 79022 h 2269067"/>
              <a:gd name="connsiteX5" fmla="*/ 2585192 w 3897525"/>
              <a:gd name="connsiteY5" fmla="*/ 28222 h 2269067"/>
              <a:gd name="connsiteX6" fmla="*/ 3310503 w 3897525"/>
              <a:gd name="connsiteY6" fmla="*/ 16934 h 2269067"/>
              <a:gd name="connsiteX7" fmla="*/ 3897525 w 3897525"/>
              <a:gd name="connsiteY7" fmla="*/ 0 h 2269067"/>
              <a:gd name="connsiteX0" fmla="*/ 33903 w 3897525"/>
              <a:gd name="connsiteY0" fmla="*/ 2269067 h 2269067"/>
              <a:gd name="connsiteX1" fmla="*/ 31081 w 3897525"/>
              <a:gd name="connsiteY1" fmla="*/ 917223 h 2269067"/>
              <a:gd name="connsiteX2" fmla="*/ 324592 w 3897525"/>
              <a:gd name="connsiteY2" fmla="*/ 301978 h 2269067"/>
              <a:gd name="connsiteX3" fmla="*/ 753570 w 3897525"/>
              <a:gd name="connsiteY3" fmla="*/ 132645 h 2269067"/>
              <a:gd name="connsiteX4" fmla="*/ 1509925 w 3897525"/>
              <a:gd name="connsiteY4" fmla="*/ 79022 h 2269067"/>
              <a:gd name="connsiteX5" fmla="*/ 2585192 w 3897525"/>
              <a:gd name="connsiteY5" fmla="*/ 28222 h 2269067"/>
              <a:gd name="connsiteX6" fmla="*/ 3310503 w 3897525"/>
              <a:gd name="connsiteY6" fmla="*/ 16934 h 2269067"/>
              <a:gd name="connsiteX7" fmla="*/ 3897525 w 3897525"/>
              <a:gd name="connsiteY7" fmla="*/ 0 h 2269067"/>
              <a:gd name="connsiteX0" fmla="*/ 19724 w 3883346"/>
              <a:gd name="connsiteY0" fmla="*/ 2269067 h 2269067"/>
              <a:gd name="connsiteX1" fmla="*/ 16902 w 3883346"/>
              <a:gd name="connsiteY1" fmla="*/ 917223 h 2269067"/>
              <a:gd name="connsiteX2" fmla="*/ 310413 w 3883346"/>
              <a:gd name="connsiteY2" fmla="*/ 301978 h 2269067"/>
              <a:gd name="connsiteX3" fmla="*/ 739391 w 3883346"/>
              <a:gd name="connsiteY3" fmla="*/ 132645 h 2269067"/>
              <a:gd name="connsiteX4" fmla="*/ 1495746 w 3883346"/>
              <a:gd name="connsiteY4" fmla="*/ 79022 h 2269067"/>
              <a:gd name="connsiteX5" fmla="*/ 2571013 w 3883346"/>
              <a:gd name="connsiteY5" fmla="*/ 28222 h 2269067"/>
              <a:gd name="connsiteX6" fmla="*/ 3296324 w 3883346"/>
              <a:gd name="connsiteY6" fmla="*/ 16934 h 2269067"/>
              <a:gd name="connsiteX7" fmla="*/ 3883346 w 3883346"/>
              <a:gd name="connsiteY7" fmla="*/ 0 h 2269067"/>
              <a:gd name="connsiteX0" fmla="*/ 31627 w 3895249"/>
              <a:gd name="connsiteY0" fmla="*/ 2269067 h 2269067"/>
              <a:gd name="connsiteX1" fmla="*/ 28805 w 3895249"/>
              <a:gd name="connsiteY1" fmla="*/ 917223 h 2269067"/>
              <a:gd name="connsiteX2" fmla="*/ 288449 w 3895249"/>
              <a:gd name="connsiteY2" fmla="*/ 318911 h 2269067"/>
              <a:gd name="connsiteX3" fmla="*/ 751294 w 3895249"/>
              <a:gd name="connsiteY3" fmla="*/ 132645 h 2269067"/>
              <a:gd name="connsiteX4" fmla="*/ 1507649 w 3895249"/>
              <a:gd name="connsiteY4" fmla="*/ 79022 h 2269067"/>
              <a:gd name="connsiteX5" fmla="*/ 2582916 w 3895249"/>
              <a:gd name="connsiteY5" fmla="*/ 28222 h 2269067"/>
              <a:gd name="connsiteX6" fmla="*/ 3308227 w 3895249"/>
              <a:gd name="connsiteY6" fmla="*/ 16934 h 2269067"/>
              <a:gd name="connsiteX7" fmla="*/ 3895249 w 3895249"/>
              <a:gd name="connsiteY7" fmla="*/ 0 h 2269067"/>
              <a:gd name="connsiteX0" fmla="*/ 31627 w 3895249"/>
              <a:gd name="connsiteY0" fmla="*/ 2269067 h 2269067"/>
              <a:gd name="connsiteX1" fmla="*/ 28805 w 3895249"/>
              <a:gd name="connsiteY1" fmla="*/ 917223 h 2269067"/>
              <a:gd name="connsiteX2" fmla="*/ 288449 w 3895249"/>
              <a:gd name="connsiteY2" fmla="*/ 318911 h 2269067"/>
              <a:gd name="connsiteX3" fmla="*/ 748256 w 3895249"/>
              <a:gd name="connsiteY3" fmla="*/ 117455 h 2269067"/>
              <a:gd name="connsiteX4" fmla="*/ 1507649 w 3895249"/>
              <a:gd name="connsiteY4" fmla="*/ 79022 h 2269067"/>
              <a:gd name="connsiteX5" fmla="*/ 2582916 w 3895249"/>
              <a:gd name="connsiteY5" fmla="*/ 28222 h 2269067"/>
              <a:gd name="connsiteX6" fmla="*/ 3308227 w 3895249"/>
              <a:gd name="connsiteY6" fmla="*/ 16934 h 2269067"/>
              <a:gd name="connsiteX7" fmla="*/ 3895249 w 3895249"/>
              <a:gd name="connsiteY7" fmla="*/ 0 h 2269067"/>
              <a:gd name="connsiteX0" fmla="*/ 31627 w 3895249"/>
              <a:gd name="connsiteY0" fmla="*/ 2269067 h 2269067"/>
              <a:gd name="connsiteX1" fmla="*/ 28805 w 3895249"/>
              <a:gd name="connsiteY1" fmla="*/ 917223 h 2269067"/>
              <a:gd name="connsiteX2" fmla="*/ 288449 w 3895249"/>
              <a:gd name="connsiteY2" fmla="*/ 318911 h 2269067"/>
              <a:gd name="connsiteX3" fmla="*/ 748256 w 3895249"/>
              <a:gd name="connsiteY3" fmla="*/ 117455 h 2269067"/>
              <a:gd name="connsiteX4" fmla="*/ 1498535 w 3895249"/>
              <a:gd name="connsiteY4" fmla="*/ 51681 h 2269067"/>
              <a:gd name="connsiteX5" fmla="*/ 2582916 w 3895249"/>
              <a:gd name="connsiteY5" fmla="*/ 28222 h 2269067"/>
              <a:gd name="connsiteX6" fmla="*/ 3308227 w 3895249"/>
              <a:gd name="connsiteY6" fmla="*/ 16934 h 2269067"/>
              <a:gd name="connsiteX7" fmla="*/ 3895249 w 3895249"/>
              <a:gd name="connsiteY7" fmla="*/ 0 h 2269067"/>
              <a:gd name="connsiteX0" fmla="*/ 31627 w 3895249"/>
              <a:gd name="connsiteY0" fmla="*/ 2271224 h 2271224"/>
              <a:gd name="connsiteX1" fmla="*/ 28805 w 3895249"/>
              <a:gd name="connsiteY1" fmla="*/ 919380 h 2271224"/>
              <a:gd name="connsiteX2" fmla="*/ 288449 w 3895249"/>
              <a:gd name="connsiteY2" fmla="*/ 321068 h 2271224"/>
              <a:gd name="connsiteX3" fmla="*/ 748256 w 3895249"/>
              <a:gd name="connsiteY3" fmla="*/ 119612 h 2271224"/>
              <a:gd name="connsiteX4" fmla="*/ 1498535 w 3895249"/>
              <a:gd name="connsiteY4" fmla="*/ 53838 h 2271224"/>
              <a:gd name="connsiteX5" fmla="*/ 2601144 w 3895249"/>
              <a:gd name="connsiteY5" fmla="*/ 0 h 2271224"/>
              <a:gd name="connsiteX6" fmla="*/ 3308227 w 3895249"/>
              <a:gd name="connsiteY6" fmla="*/ 19091 h 2271224"/>
              <a:gd name="connsiteX7" fmla="*/ 3895249 w 3895249"/>
              <a:gd name="connsiteY7" fmla="*/ 2157 h 2271224"/>
              <a:gd name="connsiteX0" fmla="*/ 31627 w 3895249"/>
              <a:gd name="connsiteY0" fmla="*/ 2271224 h 2271224"/>
              <a:gd name="connsiteX1" fmla="*/ 28805 w 3895249"/>
              <a:gd name="connsiteY1" fmla="*/ 919380 h 2271224"/>
              <a:gd name="connsiteX2" fmla="*/ 288449 w 3895249"/>
              <a:gd name="connsiteY2" fmla="*/ 321068 h 2271224"/>
              <a:gd name="connsiteX3" fmla="*/ 748256 w 3895249"/>
              <a:gd name="connsiteY3" fmla="*/ 119612 h 2271224"/>
              <a:gd name="connsiteX4" fmla="*/ 1498535 w 3895249"/>
              <a:gd name="connsiteY4" fmla="*/ 53838 h 2271224"/>
              <a:gd name="connsiteX5" fmla="*/ 2601144 w 3895249"/>
              <a:gd name="connsiteY5" fmla="*/ 0 h 2271224"/>
              <a:gd name="connsiteX6" fmla="*/ 3308227 w 3895249"/>
              <a:gd name="connsiteY6" fmla="*/ 19091 h 2271224"/>
              <a:gd name="connsiteX7" fmla="*/ 3895249 w 3895249"/>
              <a:gd name="connsiteY7" fmla="*/ 2157 h 2271224"/>
              <a:gd name="connsiteX0" fmla="*/ 31627 w 3895249"/>
              <a:gd name="connsiteY0" fmla="*/ 2286751 h 2286751"/>
              <a:gd name="connsiteX1" fmla="*/ 28805 w 3895249"/>
              <a:gd name="connsiteY1" fmla="*/ 934907 h 2286751"/>
              <a:gd name="connsiteX2" fmla="*/ 288449 w 3895249"/>
              <a:gd name="connsiteY2" fmla="*/ 336595 h 2286751"/>
              <a:gd name="connsiteX3" fmla="*/ 748256 w 3895249"/>
              <a:gd name="connsiteY3" fmla="*/ 135139 h 2286751"/>
              <a:gd name="connsiteX4" fmla="*/ 1498535 w 3895249"/>
              <a:gd name="connsiteY4" fmla="*/ 69365 h 2286751"/>
              <a:gd name="connsiteX5" fmla="*/ 2601144 w 3895249"/>
              <a:gd name="connsiteY5" fmla="*/ 15527 h 2286751"/>
              <a:gd name="connsiteX6" fmla="*/ 3302151 w 3895249"/>
              <a:gd name="connsiteY6" fmla="*/ 1202 h 2286751"/>
              <a:gd name="connsiteX7" fmla="*/ 3895249 w 3895249"/>
              <a:gd name="connsiteY7" fmla="*/ 17684 h 2286751"/>
              <a:gd name="connsiteX0" fmla="*/ 31627 w 3895249"/>
              <a:gd name="connsiteY0" fmla="*/ 2293370 h 2293370"/>
              <a:gd name="connsiteX1" fmla="*/ 28805 w 3895249"/>
              <a:gd name="connsiteY1" fmla="*/ 941526 h 2293370"/>
              <a:gd name="connsiteX2" fmla="*/ 288449 w 3895249"/>
              <a:gd name="connsiteY2" fmla="*/ 343214 h 2293370"/>
              <a:gd name="connsiteX3" fmla="*/ 748256 w 3895249"/>
              <a:gd name="connsiteY3" fmla="*/ 141758 h 2293370"/>
              <a:gd name="connsiteX4" fmla="*/ 1498535 w 3895249"/>
              <a:gd name="connsiteY4" fmla="*/ 75984 h 2293370"/>
              <a:gd name="connsiteX5" fmla="*/ 2601144 w 3895249"/>
              <a:gd name="connsiteY5" fmla="*/ 22146 h 2293370"/>
              <a:gd name="connsiteX6" fmla="*/ 3302151 w 3895249"/>
              <a:gd name="connsiteY6" fmla="*/ 7821 h 2293370"/>
              <a:gd name="connsiteX7" fmla="*/ 3895249 w 3895249"/>
              <a:gd name="connsiteY7" fmla="*/ 0 h 2293370"/>
              <a:gd name="connsiteX0" fmla="*/ 31627 w 3895249"/>
              <a:gd name="connsiteY0" fmla="*/ 2302055 h 2302055"/>
              <a:gd name="connsiteX1" fmla="*/ 28805 w 3895249"/>
              <a:gd name="connsiteY1" fmla="*/ 950211 h 2302055"/>
              <a:gd name="connsiteX2" fmla="*/ 288449 w 3895249"/>
              <a:gd name="connsiteY2" fmla="*/ 351899 h 2302055"/>
              <a:gd name="connsiteX3" fmla="*/ 748256 w 3895249"/>
              <a:gd name="connsiteY3" fmla="*/ 150443 h 2302055"/>
              <a:gd name="connsiteX4" fmla="*/ 1498535 w 3895249"/>
              <a:gd name="connsiteY4" fmla="*/ 84669 h 2302055"/>
              <a:gd name="connsiteX5" fmla="*/ 2601144 w 3895249"/>
              <a:gd name="connsiteY5" fmla="*/ 30831 h 2302055"/>
              <a:gd name="connsiteX6" fmla="*/ 3302151 w 3895249"/>
              <a:gd name="connsiteY6" fmla="*/ 740 h 2302055"/>
              <a:gd name="connsiteX7" fmla="*/ 3895249 w 3895249"/>
              <a:gd name="connsiteY7" fmla="*/ 8685 h 2302055"/>
              <a:gd name="connsiteX0" fmla="*/ 31627 w 3895249"/>
              <a:gd name="connsiteY0" fmla="*/ 2302517 h 2302517"/>
              <a:gd name="connsiteX1" fmla="*/ 28805 w 3895249"/>
              <a:gd name="connsiteY1" fmla="*/ 950673 h 2302517"/>
              <a:gd name="connsiteX2" fmla="*/ 288449 w 3895249"/>
              <a:gd name="connsiteY2" fmla="*/ 352361 h 2302517"/>
              <a:gd name="connsiteX3" fmla="*/ 748256 w 3895249"/>
              <a:gd name="connsiteY3" fmla="*/ 150905 h 2302517"/>
              <a:gd name="connsiteX4" fmla="*/ 1498535 w 3895249"/>
              <a:gd name="connsiteY4" fmla="*/ 85131 h 2302517"/>
              <a:gd name="connsiteX5" fmla="*/ 2534141 w 3895249"/>
              <a:gd name="connsiteY5" fmla="*/ 15528 h 2302517"/>
              <a:gd name="connsiteX6" fmla="*/ 3302151 w 3895249"/>
              <a:gd name="connsiteY6" fmla="*/ 1202 h 2302517"/>
              <a:gd name="connsiteX7" fmla="*/ 3895249 w 3895249"/>
              <a:gd name="connsiteY7" fmla="*/ 9147 h 2302517"/>
              <a:gd name="connsiteX0" fmla="*/ 31627 w 3895249"/>
              <a:gd name="connsiteY0" fmla="*/ 2305194 h 2305194"/>
              <a:gd name="connsiteX1" fmla="*/ 28805 w 3895249"/>
              <a:gd name="connsiteY1" fmla="*/ 953350 h 2305194"/>
              <a:gd name="connsiteX2" fmla="*/ 288449 w 3895249"/>
              <a:gd name="connsiteY2" fmla="*/ 355038 h 2305194"/>
              <a:gd name="connsiteX3" fmla="*/ 748256 w 3895249"/>
              <a:gd name="connsiteY3" fmla="*/ 153582 h 2305194"/>
              <a:gd name="connsiteX4" fmla="*/ 1498535 w 3895249"/>
              <a:gd name="connsiteY4" fmla="*/ 87808 h 2305194"/>
              <a:gd name="connsiteX5" fmla="*/ 2534141 w 3895249"/>
              <a:gd name="connsiteY5" fmla="*/ 18205 h 2305194"/>
              <a:gd name="connsiteX6" fmla="*/ 3302151 w 3895249"/>
              <a:gd name="connsiteY6" fmla="*/ 3879 h 2305194"/>
              <a:gd name="connsiteX7" fmla="*/ 3895249 w 3895249"/>
              <a:gd name="connsiteY7" fmla="*/ 0 h 2305194"/>
              <a:gd name="connsiteX0" fmla="*/ 31627 w 3895249"/>
              <a:gd name="connsiteY0" fmla="*/ 2310113 h 2310113"/>
              <a:gd name="connsiteX1" fmla="*/ 28805 w 3895249"/>
              <a:gd name="connsiteY1" fmla="*/ 958269 h 2310113"/>
              <a:gd name="connsiteX2" fmla="*/ 288449 w 3895249"/>
              <a:gd name="connsiteY2" fmla="*/ 359957 h 2310113"/>
              <a:gd name="connsiteX3" fmla="*/ 748256 w 3895249"/>
              <a:gd name="connsiteY3" fmla="*/ 158501 h 2310113"/>
              <a:gd name="connsiteX4" fmla="*/ 1498535 w 3895249"/>
              <a:gd name="connsiteY4" fmla="*/ 92727 h 2310113"/>
              <a:gd name="connsiteX5" fmla="*/ 2534141 w 3895249"/>
              <a:gd name="connsiteY5" fmla="*/ 23124 h 2310113"/>
              <a:gd name="connsiteX6" fmla="*/ 3310033 w 3895249"/>
              <a:gd name="connsiteY6" fmla="*/ 916 h 2310113"/>
              <a:gd name="connsiteX7" fmla="*/ 3895249 w 3895249"/>
              <a:gd name="connsiteY7" fmla="*/ 4919 h 2310113"/>
              <a:gd name="connsiteX0" fmla="*/ 31627 w 3911015"/>
              <a:gd name="connsiteY0" fmla="*/ 2313077 h 2313077"/>
              <a:gd name="connsiteX1" fmla="*/ 28805 w 3911015"/>
              <a:gd name="connsiteY1" fmla="*/ 961233 h 2313077"/>
              <a:gd name="connsiteX2" fmla="*/ 288449 w 3911015"/>
              <a:gd name="connsiteY2" fmla="*/ 362921 h 2313077"/>
              <a:gd name="connsiteX3" fmla="*/ 748256 w 3911015"/>
              <a:gd name="connsiteY3" fmla="*/ 161465 h 2313077"/>
              <a:gd name="connsiteX4" fmla="*/ 1498535 w 3911015"/>
              <a:gd name="connsiteY4" fmla="*/ 95691 h 2313077"/>
              <a:gd name="connsiteX5" fmla="*/ 2534141 w 3911015"/>
              <a:gd name="connsiteY5" fmla="*/ 26088 h 2313077"/>
              <a:gd name="connsiteX6" fmla="*/ 3310033 w 3911015"/>
              <a:gd name="connsiteY6" fmla="*/ 3880 h 2313077"/>
              <a:gd name="connsiteX7" fmla="*/ 3911015 w 3911015"/>
              <a:gd name="connsiteY7" fmla="*/ 0 h 2313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11015" h="2313077">
                <a:moveTo>
                  <a:pt x="31627" y="2313077"/>
                </a:moveTo>
                <a:cubicBezTo>
                  <a:pt x="-5768" y="1750984"/>
                  <a:pt x="-13999" y="1286259"/>
                  <a:pt x="28805" y="961233"/>
                </a:cubicBezTo>
                <a:cubicBezTo>
                  <a:pt x="71609" y="636207"/>
                  <a:pt x="168541" y="496216"/>
                  <a:pt x="288449" y="362921"/>
                </a:cubicBezTo>
                <a:cubicBezTo>
                  <a:pt x="408357" y="229626"/>
                  <a:pt x="546575" y="206003"/>
                  <a:pt x="748256" y="161465"/>
                </a:cubicBezTo>
                <a:cubicBezTo>
                  <a:pt x="949937" y="116927"/>
                  <a:pt x="1193265" y="113095"/>
                  <a:pt x="1498535" y="95691"/>
                </a:cubicBezTo>
                <a:lnTo>
                  <a:pt x="2534141" y="26088"/>
                </a:lnTo>
                <a:cubicBezTo>
                  <a:pt x="2778948" y="26376"/>
                  <a:pt x="3074339" y="-2484"/>
                  <a:pt x="3310033" y="3880"/>
                </a:cubicBezTo>
                <a:lnTo>
                  <a:pt x="3911015" y="0"/>
                </a:ln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210323B-6C38-F76F-2503-7B36BE20C3C2}"/>
              </a:ext>
            </a:extLst>
          </p:cNvPr>
          <p:cNvSpPr/>
          <p:nvPr/>
        </p:nvSpPr>
        <p:spPr>
          <a:xfrm>
            <a:off x="170462" y="284467"/>
            <a:ext cx="4532687" cy="2294228"/>
          </a:xfrm>
          <a:custGeom>
            <a:avLst/>
            <a:gdLst>
              <a:gd name="connsiteX0" fmla="*/ 25546 w 4013346"/>
              <a:gd name="connsiteY0" fmla="*/ 2280355 h 2280355"/>
              <a:gd name="connsiteX1" fmla="*/ 22723 w 4013346"/>
              <a:gd name="connsiteY1" fmla="*/ 1044222 h 2280355"/>
              <a:gd name="connsiteX2" fmla="*/ 268257 w 4013346"/>
              <a:gd name="connsiteY2" fmla="*/ 482600 h 2280355"/>
              <a:gd name="connsiteX3" fmla="*/ 479923 w 4013346"/>
              <a:gd name="connsiteY3" fmla="*/ 228600 h 2280355"/>
              <a:gd name="connsiteX4" fmla="*/ 1346346 w 4013346"/>
              <a:gd name="connsiteY4" fmla="*/ 81844 h 2280355"/>
              <a:gd name="connsiteX5" fmla="*/ 2410323 w 4013346"/>
              <a:gd name="connsiteY5" fmla="*/ 25400 h 2280355"/>
              <a:gd name="connsiteX6" fmla="*/ 4013346 w 4013346"/>
              <a:gd name="connsiteY6" fmla="*/ 0 h 2280355"/>
              <a:gd name="connsiteX0" fmla="*/ 19803 w 4007603"/>
              <a:gd name="connsiteY0" fmla="*/ 2280355 h 2280355"/>
              <a:gd name="connsiteX1" fmla="*/ 16980 w 4007603"/>
              <a:gd name="connsiteY1" fmla="*/ 1044222 h 2280355"/>
              <a:gd name="connsiteX2" fmla="*/ 180670 w 4007603"/>
              <a:gd name="connsiteY2" fmla="*/ 578556 h 2280355"/>
              <a:gd name="connsiteX3" fmla="*/ 474180 w 4007603"/>
              <a:gd name="connsiteY3" fmla="*/ 228600 h 2280355"/>
              <a:gd name="connsiteX4" fmla="*/ 1340603 w 4007603"/>
              <a:gd name="connsiteY4" fmla="*/ 81844 h 2280355"/>
              <a:gd name="connsiteX5" fmla="*/ 2404580 w 4007603"/>
              <a:gd name="connsiteY5" fmla="*/ 25400 h 2280355"/>
              <a:gd name="connsiteX6" fmla="*/ 4007603 w 4007603"/>
              <a:gd name="connsiteY6" fmla="*/ 0 h 2280355"/>
              <a:gd name="connsiteX0" fmla="*/ 19803 w 4007603"/>
              <a:gd name="connsiteY0" fmla="*/ 2280355 h 2280355"/>
              <a:gd name="connsiteX1" fmla="*/ 16980 w 4007603"/>
              <a:gd name="connsiteY1" fmla="*/ 1044222 h 2280355"/>
              <a:gd name="connsiteX2" fmla="*/ 180670 w 4007603"/>
              <a:gd name="connsiteY2" fmla="*/ 578556 h 2280355"/>
              <a:gd name="connsiteX3" fmla="*/ 474180 w 4007603"/>
              <a:gd name="connsiteY3" fmla="*/ 228600 h 2280355"/>
              <a:gd name="connsiteX4" fmla="*/ 1340603 w 4007603"/>
              <a:gd name="connsiteY4" fmla="*/ 81844 h 2280355"/>
              <a:gd name="connsiteX5" fmla="*/ 2404580 w 4007603"/>
              <a:gd name="connsiteY5" fmla="*/ 25400 h 2280355"/>
              <a:gd name="connsiteX6" fmla="*/ 4007603 w 4007603"/>
              <a:gd name="connsiteY6" fmla="*/ 0 h 2280355"/>
              <a:gd name="connsiteX0" fmla="*/ 19803 w 4007603"/>
              <a:gd name="connsiteY0" fmla="*/ 2280355 h 2280355"/>
              <a:gd name="connsiteX1" fmla="*/ 16980 w 4007603"/>
              <a:gd name="connsiteY1" fmla="*/ 1044222 h 2280355"/>
              <a:gd name="connsiteX2" fmla="*/ 180670 w 4007603"/>
              <a:gd name="connsiteY2" fmla="*/ 578556 h 2280355"/>
              <a:gd name="connsiteX3" fmla="*/ 474180 w 4007603"/>
              <a:gd name="connsiteY3" fmla="*/ 228600 h 2280355"/>
              <a:gd name="connsiteX4" fmla="*/ 1340603 w 4007603"/>
              <a:gd name="connsiteY4" fmla="*/ 81844 h 2280355"/>
              <a:gd name="connsiteX5" fmla="*/ 2404580 w 4007603"/>
              <a:gd name="connsiteY5" fmla="*/ 25400 h 2280355"/>
              <a:gd name="connsiteX6" fmla="*/ 4007603 w 4007603"/>
              <a:gd name="connsiteY6" fmla="*/ 0 h 2280355"/>
              <a:gd name="connsiteX0" fmla="*/ 19226 w 4007026"/>
              <a:gd name="connsiteY0" fmla="*/ 2280355 h 2280355"/>
              <a:gd name="connsiteX1" fmla="*/ 16403 w 4007026"/>
              <a:gd name="connsiteY1" fmla="*/ 1044222 h 2280355"/>
              <a:gd name="connsiteX2" fmla="*/ 171626 w 4007026"/>
              <a:gd name="connsiteY2" fmla="*/ 561623 h 2280355"/>
              <a:gd name="connsiteX3" fmla="*/ 473603 w 4007026"/>
              <a:gd name="connsiteY3" fmla="*/ 228600 h 2280355"/>
              <a:gd name="connsiteX4" fmla="*/ 1340026 w 4007026"/>
              <a:gd name="connsiteY4" fmla="*/ 81844 h 2280355"/>
              <a:gd name="connsiteX5" fmla="*/ 2404003 w 4007026"/>
              <a:gd name="connsiteY5" fmla="*/ 25400 h 2280355"/>
              <a:gd name="connsiteX6" fmla="*/ 4007026 w 4007026"/>
              <a:gd name="connsiteY6" fmla="*/ 0 h 2280355"/>
              <a:gd name="connsiteX0" fmla="*/ 19226 w 4007026"/>
              <a:gd name="connsiteY0" fmla="*/ 2280355 h 2280355"/>
              <a:gd name="connsiteX1" fmla="*/ 16403 w 4007026"/>
              <a:gd name="connsiteY1" fmla="*/ 1044222 h 2280355"/>
              <a:gd name="connsiteX2" fmla="*/ 171626 w 4007026"/>
              <a:gd name="connsiteY2" fmla="*/ 561623 h 2280355"/>
              <a:gd name="connsiteX3" fmla="*/ 434092 w 4007026"/>
              <a:gd name="connsiteY3" fmla="*/ 268112 h 2280355"/>
              <a:gd name="connsiteX4" fmla="*/ 1340026 w 4007026"/>
              <a:gd name="connsiteY4" fmla="*/ 81844 h 2280355"/>
              <a:gd name="connsiteX5" fmla="*/ 2404003 w 4007026"/>
              <a:gd name="connsiteY5" fmla="*/ 25400 h 2280355"/>
              <a:gd name="connsiteX6" fmla="*/ 4007026 w 4007026"/>
              <a:gd name="connsiteY6" fmla="*/ 0 h 2280355"/>
              <a:gd name="connsiteX0" fmla="*/ 19226 w 4007026"/>
              <a:gd name="connsiteY0" fmla="*/ 2280355 h 2280355"/>
              <a:gd name="connsiteX1" fmla="*/ 16403 w 4007026"/>
              <a:gd name="connsiteY1" fmla="*/ 1044222 h 2280355"/>
              <a:gd name="connsiteX2" fmla="*/ 171626 w 4007026"/>
              <a:gd name="connsiteY2" fmla="*/ 561623 h 2280355"/>
              <a:gd name="connsiteX3" fmla="*/ 434092 w 4007026"/>
              <a:gd name="connsiteY3" fmla="*/ 268112 h 2280355"/>
              <a:gd name="connsiteX4" fmla="*/ 1340026 w 4007026"/>
              <a:gd name="connsiteY4" fmla="*/ 81844 h 2280355"/>
              <a:gd name="connsiteX5" fmla="*/ 2404003 w 4007026"/>
              <a:gd name="connsiteY5" fmla="*/ 25400 h 2280355"/>
              <a:gd name="connsiteX6" fmla="*/ 4007026 w 4007026"/>
              <a:gd name="connsiteY6" fmla="*/ 0 h 2280355"/>
              <a:gd name="connsiteX0" fmla="*/ 22164 w 4009964"/>
              <a:gd name="connsiteY0" fmla="*/ 2280355 h 2280355"/>
              <a:gd name="connsiteX1" fmla="*/ 19341 w 4009964"/>
              <a:gd name="connsiteY1" fmla="*/ 1044222 h 2280355"/>
              <a:gd name="connsiteX2" fmla="*/ 217094 w 4009964"/>
              <a:gd name="connsiteY2" fmla="*/ 598078 h 2280355"/>
              <a:gd name="connsiteX3" fmla="*/ 437030 w 4009964"/>
              <a:gd name="connsiteY3" fmla="*/ 268112 h 2280355"/>
              <a:gd name="connsiteX4" fmla="*/ 1342964 w 4009964"/>
              <a:gd name="connsiteY4" fmla="*/ 81844 h 2280355"/>
              <a:gd name="connsiteX5" fmla="*/ 2406941 w 4009964"/>
              <a:gd name="connsiteY5" fmla="*/ 25400 h 2280355"/>
              <a:gd name="connsiteX6" fmla="*/ 4009964 w 4009964"/>
              <a:gd name="connsiteY6" fmla="*/ 0 h 2280355"/>
              <a:gd name="connsiteX0" fmla="*/ 22164 w 4009964"/>
              <a:gd name="connsiteY0" fmla="*/ 2280355 h 2280355"/>
              <a:gd name="connsiteX1" fmla="*/ 19341 w 4009964"/>
              <a:gd name="connsiteY1" fmla="*/ 1044222 h 2280355"/>
              <a:gd name="connsiteX2" fmla="*/ 217094 w 4009964"/>
              <a:gd name="connsiteY2" fmla="*/ 598078 h 2280355"/>
              <a:gd name="connsiteX3" fmla="*/ 437030 w 4009964"/>
              <a:gd name="connsiteY3" fmla="*/ 268112 h 2280355"/>
              <a:gd name="connsiteX4" fmla="*/ 1342964 w 4009964"/>
              <a:gd name="connsiteY4" fmla="*/ 81844 h 2280355"/>
              <a:gd name="connsiteX5" fmla="*/ 2406941 w 4009964"/>
              <a:gd name="connsiteY5" fmla="*/ 25400 h 2280355"/>
              <a:gd name="connsiteX6" fmla="*/ 4009964 w 4009964"/>
              <a:gd name="connsiteY6" fmla="*/ 0 h 2280355"/>
              <a:gd name="connsiteX0" fmla="*/ 9083 w 3996883"/>
              <a:gd name="connsiteY0" fmla="*/ 2280355 h 2280355"/>
              <a:gd name="connsiteX1" fmla="*/ 39677 w 3996883"/>
              <a:gd name="connsiteY1" fmla="*/ 1044222 h 2280355"/>
              <a:gd name="connsiteX2" fmla="*/ 204013 w 3996883"/>
              <a:gd name="connsiteY2" fmla="*/ 598078 h 2280355"/>
              <a:gd name="connsiteX3" fmla="*/ 423949 w 3996883"/>
              <a:gd name="connsiteY3" fmla="*/ 268112 h 2280355"/>
              <a:gd name="connsiteX4" fmla="*/ 1329883 w 3996883"/>
              <a:gd name="connsiteY4" fmla="*/ 81844 h 2280355"/>
              <a:gd name="connsiteX5" fmla="*/ 2393860 w 3996883"/>
              <a:gd name="connsiteY5" fmla="*/ 25400 h 2280355"/>
              <a:gd name="connsiteX6" fmla="*/ 3996883 w 3996883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25133 w 3998067"/>
              <a:gd name="connsiteY3" fmla="*/ 268112 h 2280355"/>
              <a:gd name="connsiteX4" fmla="*/ 1331067 w 3998067"/>
              <a:gd name="connsiteY4" fmla="*/ 81844 h 2280355"/>
              <a:gd name="connsiteX5" fmla="*/ 2395044 w 3998067"/>
              <a:gd name="connsiteY5" fmla="*/ 25400 h 2280355"/>
              <a:gd name="connsiteX6" fmla="*/ 3998067 w 3998067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82852 w 3998067"/>
              <a:gd name="connsiteY3" fmla="*/ 262036 h 2280355"/>
              <a:gd name="connsiteX4" fmla="*/ 1331067 w 3998067"/>
              <a:gd name="connsiteY4" fmla="*/ 81844 h 2280355"/>
              <a:gd name="connsiteX5" fmla="*/ 2395044 w 3998067"/>
              <a:gd name="connsiteY5" fmla="*/ 25400 h 2280355"/>
              <a:gd name="connsiteX6" fmla="*/ 3998067 w 3998067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82852 w 3998067"/>
              <a:gd name="connsiteY3" fmla="*/ 262036 h 2280355"/>
              <a:gd name="connsiteX4" fmla="*/ 1331067 w 3998067"/>
              <a:gd name="connsiteY4" fmla="*/ 81844 h 2280355"/>
              <a:gd name="connsiteX5" fmla="*/ 2395044 w 3998067"/>
              <a:gd name="connsiteY5" fmla="*/ 25400 h 2280355"/>
              <a:gd name="connsiteX6" fmla="*/ 3998067 w 3998067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82852 w 3998067"/>
              <a:gd name="connsiteY3" fmla="*/ 262036 h 2280355"/>
              <a:gd name="connsiteX4" fmla="*/ 1373597 w 3998067"/>
              <a:gd name="connsiteY4" fmla="*/ 136526 h 2280355"/>
              <a:gd name="connsiteX5" fmla="*/ 2395044 w 3998067"/>
              <a:gd name="connsiteY5" fmla="*/ 25400 h 2280355"/>
              <a:gd name="connsiteX6" fmla="*/ 3998067 w 3998067"/>
              <a:gd name="connsiteY6" fmla="*/ 0 h 2280355"/>
              <a:gd name="connsiteX0" fmla="*/ 10267 w 3998067"/>
              <a:gd name="connsiteY0" fmla="*/ 2280355 h 2280355"/>
              <a:gd name="connsiteX1" fmla="*/ 40861 w 3998067"/>
              <a:gd name="connsiteY1" fmla="*/ 1044222 h 2280355"/>
              <a:gd name="connsiteX2" fmla="*/ 205197 w 3998067"/>
              <a:gd name="connsiteY2" fmla="*/ 598078 h 2280355"/>
              <a:gd name="connsiteX3" fmla="*/ 482852 w 3998067"/>
              <a:gd name="connsiteY3" fmla="*/ 262036 h 2280355"/>
              <a:gd name="connsiteX4" fmla="*/ 1373597 w 3998067"/>
              <a:gd name="connsiteY4" fmla="*/ 136526 h 2280355"/>
              <a:gd name="connsiteX5" fmla="*/ 2395044 w 3998067"/>
              <a:gd name="connsiteY5" fmla="*/ 67930 h 2280355"/>
              <a:gd name="connsiteX6" fmla="*/ 3998067 w 3998067"/>
              <a:gd name="connsiteY6" fmla="*/ 0 h 2280355"/>
              <a:gd name="connsiteX0" fmla="*/ 10267 w 4165150"/>
              <a:gd name="connsiteY0" fmla="*/ 2268204 h 2268204"/>
              <a:gd name="connsiteX1" fmla="*/ 40861 w 4165150"/>
              <a:gd name="connsiteY1" fmla="*/ 1032071 h 2268204"/>
              <a:gd name="connsiteX2" fmla="*/ 205197 w 4165150"/>
              <a:gd name="connsiteY2" fmla="*/ 585927 h 2268204"/>
              <a:gd name="connsiteX3" fmla="*/ 482852 w 4165150"/>
              <a:gd name="connsiteY3" fmla="*/ 249885 h 2268204"/>
              <a:gd name="connsiteX4" fmla="*/ 1373597 w 4165150"/>
              <a:gd name="connsiteY4" fmla="*/ 124375 h 2268204"/>
              <a:gd name="connsiteX5" fmla="*/ 2395044 w 4165150"/>
              <a:gd name="connsiteY5" fmla="*/ 55779 h 2268204"/>
              <a:gd name="connsiteX6" fmla="*/ 4165150 w 4165150"/>
              <a:gd name="connsiteY6" fmla="*/ 0 h 2268204"/>
              <a:gd name="connsiteX0" fmla="*/ 10267 w 4165150"/>
              <a:gd name="connsiteY0" fmla="*/ 2268204 h 2268204"/>
              <a:gd name="connsiteX1" fmla="*/ 40861 w 4165150"/>
              <a:gd name="connsiteY1" fmla="*/ 1032071 h 2268204"/>
              <a:gd name="connsiteX2" fmla="*/ 205197 w 4165150"/>
              <a:gd name="connsiteY2" fmla="*/ 585927 h 2268204"/>
              <a:gd name="connsiteX3" fmla="*/ 482852 w 4165150"/>
              <a:gd name="connsiteY3" fmla="*/ 249885 h 2268204"/>
              <a:gd name="connsiteX4" fmla="*/ 1373597 w 4165150"/>
              <a:gd name="connsiteY4" fmla="*/ 124375 h 2268204"/>
              <a:gd name="connsiteX5" fmla="*/ 2395044 w 4165150"/>
              <a:gd name="connsiteY5" fmla="*/ 55779 h 2268204"/>
              <a:gd name="connsiteX6" fmla="*/ 4165150 w 4165150"/>
              <a:gd name="connsiteY6" fmla="*/ 0 h 2268204"/>
              <a:gd name="connsiteX0" fmla="*/ 10267 w 4165150"/>
              <a:gd name="connsiteY0" fmla="*/ 2268204 h 2268204"/>
              <a:gd name="connsiteX1" fmla="*/ 40861 w 4165150"/>
              <a:gd name="connsiteY1" fmla="*/ 1032071 h 2268204"/>
              <a:gd name="connsiteX2" fmla="*/ 205197 w 4165150"/>
              <a:gd name="connsiteY2" fmla="*/ 585927 h 2268204"/>
              <a:gd name="connsiteX3" fmla="*/ 482852 w 4165150"/>
              <a:gd name="connsiteY3" fmla="*/ 249885 h 2268204"/>
              <a:gd name="connsiteX4" fmla="*/ 1373597 w 4165150"/>
              <a:gd name="connsiteY4" fmla="*/ 124375 h 2268204"/>
              <a:gd name="connsiteX5" fmla="*/ 2395044 w 4165150"/>
              <a:gd name="connsiteY5" fmla="*/ 55779 h 2268204"/>
              <a:gd name="connsiteX6" fmla="*/ 4165150 w 4165150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81314 w 4163612"/>
              <a:gd name="connsiteY3" fmla="*/ 249885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81314 w 4163612"/>
              <a:gd name="connsiteY3" fmla="*/ 249885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81314 w 4163612"/>
              <a:gd name="connsiteY3" fmla="*/ 249885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75239 w 4163612"/>
              <a:gd name="connsiteY3" fmla="*/ 258999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57011 w 4163612"/>
              <a:gd name="connsiteY3" fmla="*/ 255961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8729 w 4163612"/>
              <a:gd name="connsiteY0" fmla="*/ 2268204 h 2268204"/>
              <a:gd name="connsiteX1" fmla="*/ 39323 w 4163612"/>
              <a:gd name="connsiteY1" fmla="*/ 1032071 h 2268204"/>
              <a:gd name="connsiteX2" fmla="*/ 191507 w 4163612"/>
              <a:gd name="connsiteY2" fmla="*/ 585927 h 2268204"/>
              <a:gd name="connsiteX3" fmla="*/ 457011 w 4163612"/>
              <a:gd name="connsiteY3" fmla="*/ 255961 h 2268204"/>
              <a:gd name="connsiteX4" fmla="*/ 1372059 w 4163612"/>
              <a:gd name="connsiteY4" fmla="*/ 124375 h 2268204"/>
              <a:gd name="connsiteX5" fmla="*/ 2393506 w 4163612"/>
              <a:gd name="connsiteY5" fmla="*/ 55779 h 2268204"/>
              <a:gd name="connsiteX6" fmla="*/ 4163612 w 4163612"/>
              <a:gd name="connsiteY6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54142 w 4160743"/>
              <a:gd name="connsiteY3" fmla="*/ 255961 h 2268204"/>
              <a:gd name="connsiteX4" fmla="*/ 1369190 w 4160743"/>
              <a:gd name="connsiteY4" fmla="*/ 124375 h 2268204"/>
              <a:gd name="connsiteX5" fmla="*/ 2390637 w 4160743"/>
              <a:gd name="connsiteY5" fmla="*/ 55779 h 2268204"/>
              <a:gd name="connsiteX6" fmla="*/ 4160743 w 4160743"/>
              <a:gd name="connsiteY6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54142 w 4160743"/>
              <a:gd name="connsiteY3" fmla="*/ 255961 h 2268204"/>
              <a:gd name="connsiteX4" fmla="*/ 524222 w 4160743"/>
              <a:gd name="connsiteY4" fmla="*/ 230121 h 2268204"/>
              <a:gd name="connsiteX5" fmla="*/ 1369190 w 4160743"/>
              <a:gd name="connsiteY5" fmla="*/ 124375 h 2268204"/>
              <a:gd name="connsiteX6" fmla="*/ 2390637 w 4160743"/>
              <a:gd name="connsiteY6" fmla="*/ 55779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524222 w 4160743"/>
              <a:gd name="connsiteY4" fmla="*/ 230121 h 2268204"/>
              <a:gd name="connsiteX5" fmla="*/ 1369190 w 4160743"/>
              <a:gd name="connsiteY5" fmla="*/ 124375 h 2268204"/>
              <a:gd name="connsiteX6" fmla="*/ 2390637 w 4160743"/>
              <a:gd name="connsiteY6" fmla="*/ 55779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658229 w 4160743"/>
              <a:gd name="connsiteY4" fmla="*/ 214356 h 2268204"/>
              <a:gd name="connsiteX5" fmla="*/ 1369190 w 4160743"/>
              <a:gd name="connsiteY5" fmla="*/ 124375 h 2268204"/>
              <a:gd name="connsiteX6" fmla="*/ 2390637 w 4160743"/>
              <a:gd name="connsiteY6" fmla="*/ 55779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658229 w 4160743"/>
              <a:gd name="connsiteY4" fmla="*/ 214356 h 2268204"/>
              <a:gd name="connsiteX5" fmla="*/ 1369190 w 4160743"/>
              <a:gd name="connsiteY5" fmla="*/ 124375 h 2268204"/>
              <a:gd name="connsiteX6" fmla="*/ 2406402 w 4160743"/>
              <a:gd name="connsiteY6" fmla="*/ 87310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658229 w 4160743"/>
              <a:gd name="connsiteY4" fmla="*/ 214356 h 2268204"/>
              <a:gd name="connsiteX5" fmla="*/ 1381015 w 4160743"/>
              <a:gd name="connsiteY5" fmla="*/ 151964 h 2268204"/>
              <a:gd name="connsiteX6" fmla="*/ 2406402 w 4160743"/>
              <a:gd name="connsiteY6" fmla="*/ 87310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62024 w 4160743"/>
              <a:gd name="connsiteY3" fmla="*/ 287492 h 2268204"/>
              <a:gd name="connsiteX4" fmla="*/ 666112 w 4160743"/>
              <a:gd name="connsiteY4" fmla="*/ 226180 h 2268204"/>
              <a:gd name="connsiteX5" fmla="*/ 1381015 w 4160743"/>
              <a:gd name="connsiteY5" fmla="*/ 151964 h 2268204"/>
              <a:gd name="connsiteX6" fmla="*/ 2406402 w 4160743"/>
              <a:gd name="connsiteY6" fmla="*/ 87310 h 2268204"/>
              <a:gd name="connsiteX7" fmla="*/ 4160743 w 4160743"/>
              <a:gd name="connsiteY7" fmla="*/ 0 h 2268204"/>
              <a:gd name="connsiteX0" fmla="*/ 5860 w 4160743"/>
              <a:gd name="connsiteY0" fmla="*/ 2268204 h 2268204"/>
              <a:gd name="connsiteX1" fmla="*/ 57719 w 4160743"/>
              <a:gd name="connsiteY1" fmla="*/ 1035109 h 2268204"/>
              <a:gd name="connsiteX2" fmla="*/ 188638 w 4160743"/>
              <a:gd name="connsiteY2" fmla="*/ 585927 h 2268204"/>
              <a:gd name="connsiteX3" fmla="*/ 426552 w 4160743"/>
              <a:gd name="connsiteY3" fmla="*/ 326906 h 2268204"/>
              <a:gd name="connsiteX4" fmla="*/ 666112 w 4160743"/>
              <a:gd name="connsiteY4" fmla="*/ 226180 h 2268204"/>
              <a:gd name="connsiteX5" fmla="*/ 1381015 w 4160743"/>
              <a:gd name="connsiteY5" fmla="*/ 151964 h 2268204"/>
              <a:gd name="connsiteX6" fmla="*/ 2406402 w 4160743"/>
              <a:gd name="connsiteY6" fmla="*/ 87310 h 2268204"/>
              <a:gd name="connsiteX7" fmla="*/ 4160743 w 4160743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426377 w 4160568"/>
              <a:gd name="connsiteY3" fmla="*/ 326906 h 2268204"/>
              <a:gd name="connsiteX4" fmla="*/ 665937 w 4160568"/>
              <a:gd name="connsiteY4" fmla="*/ 226180 h 2268204"/>
              <a:gd name="connsiteX5" fmla="*/ 1380840 w 4160568"/>
              <a:gd name="connsiteY5" fmla="*/ 151964 h 2268204"/>
              <a:gd name="connsiteX6" fmla="*/ 2406227 w 4160568"/>
              <a:gd name="connsiteY6" fmla="*/ 87310 h 2268204"/>
              <a:gd name="connsiteX7" fmla="*/ 4160568 w 4160568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332900 w 4160568"/>
              <a:gd name="connsiteY3" fmla="*/ 319151 h 2268204"/>
              <a:gd name="connsiteX4" fmla="*/ 665937 w 4160568"/>
              <a:gd name="connsiteY4" fmla="*/ 226180 h 2268204"/>
              <a:gd name="connsiteX5" fmla="*/ 1380840 w 4160568"/>
              <a:gd name="connsiteY5" fmla="*/ 151964 h 2268204"/>
              <a:gd name="connsiteX6" fmla="*/ 2406227 w 4160568"/>
              <a:gd name="connsiteY6" fmla="*/ 87310 h 2268204"/>
              <a:gd name="connsiteX7" fmla="*/ 4160568 w 4160568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332900 w 4160568"/>
              <a:gd name="connsiteY3" fmla="*/ 319151 h 2268204"/>
              <a:gd name="connsiteX4" fmla="*/ 616083 w 4160568"/>
              <a:gd name="connsiteY4" fmla="*/ 210671 h 2268204"/>
              <a:gd name="connsiteX5" fmla="*/ 1380840 w 4160568"/>
              <a:gd name="connsiteY5" fmla="*/ 151964 h 2268204"/>
              <a:gd name="connsiteX6" fmla="*/ 2406227 w 4160568"/>
              <a:gd name="connsiteY6" fmla="*/ 87310 h 2268204"/>
              <a:gd name="connsiteX7" fmla="*/ 4160568 w 4160568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332900 w 4160568"/>
              <a:gd name="connsiteY3" fmla="*/ 319151 h 2268204"/>
              <a:gd name="connsiteX4" fmla="*/ 616083 w 4160568"/>
              <a:gd name="connsiteY4" fmla="*/ 210671 h 2268204"/>
              <a:gd name="connsiteX5" fmla="*/ 1306058 w 4160568"/>
              <a:gd name="connsiteY5" fmla="*/ 128700 h 2268204"/>
              <a:gd name="connsiteX6" fmla="*/ 2406227 w 4160568"/>
              <a:gd name="connsiteY6" fmla="*/ 87310 h 2268204"/>
              <a:gd name="connsiteX7" fmla="*/ 4160568 w 4160568"/>
              <a:gd name="connsiteY7" fmla="*/ 0 h 2268204"/>
              <a:gd name="connsiteX0" fmla="*/ 5685 w 4160568"/>
              <a:gd name="connsiteY0" fmla="*/ 2268204 h 2268204"/>
              <a:gd name="connsiteX1" fmla="*/ 57544 w 4160568"/>
              <a:gd name="connsiteY1" fmla="*/ 1035109 h 2268204"/>
              <a:gd name="connsiteX2" fmla="*/ 175999 w 4160568"/>
              <a:gd name="connsiteY2" fmla="*/ 562664 h 2268204"/>
              <a:gd name="connsiteX3" fmla="*/ 332900 w 4160568"/>
              <a:gd name="connsiteY3" fmla="*/ 319151 h 2268204"/>
              <a:gd name="connsiteX4" fmla="*/ 616083 w 4160568"/>
              <a:gd name="connsiteY4" fmla="*/ 210671 h 2268204"/>
              <a:gd name="connsiteX5" fmla="*/ 1306058 w 4160568"/>
              <a:gd name="connsiteY5" fmla="*/ 128700 h 2268204"/>
              <a:gd name="connsiteX6" fmla="*/ 2300285 w 4160568"/>
              <a:gd name="connsiteY6" fmla="*/ 64046 h 2268204"/>
              <a:gd name="connsiteX7" fmla="*/ 4160568 w 4160568"/>
              <a:gd name="connsiteY7" fmla="*/ 0 h 2268204"/>
              <a:gd name="connsiteX0" fmla="*/ 5685 w 3612167"/>
              <a:gd name="connsiteY0" fmla="*/ 2260449 h 2260449"/>
              <a:gd name="connsiteX1" fmla="*/ 57544 w 3612167"/>
              <a:gd name="connsiteY1" fmla="*/ 1027354 h 2260449"/>
              <a:gd name="connsiteX2" fmla="*/ 175999 w 3612167"/>
              <a:gd name="connsiteY2" fmla="*/ 554909 h 2260449"/>
              <a:gd name="connsiteX3" fmla="*/ 332900 w 3612167"/>
              <a:gd name="connsiteY3" fmla="*/ 311396 h 2260449"/>
              <a:gd name="connsiteX4" fmla="*/ 616083 w 3612167"/>
              <a:gd name="connsiteY4" fmla="*/ 202916 h 2260449"/>
              <a:gd name="connsiteX5" fmla="*/ 1306058 w 3612167"/>
              <a:gd name="connsiteY5" fmla="*/ 120945 h 2260449"/>
              <a:gd name="connsiteX6" fmla="*/ 2300285 w 3612167"/>
              <a:gd name="connsiteY6" fmla="*/ 56291 h 2260449"/>
              <a:gd name="connsiteX7" fmla="*/ 3612167 w 3612167"/>
              <a:gd name="connsiteY7" fmla="*/ 0 h 2260449"/>
              <a:gd name="connsiteX0" fmla="*/ 7943 w 3614425"/>
              <a:gd name="connsiteY0" fmla="*/ 2260449 h 2260449"/>
              <a:gd name="connsiteX1" fmla="*/ 41106 w 3614425"/>
              <a:gd name="connsiteY1" fmla="*/ 1027354 h 2260449"/>
              <a:gd name="connsiteX2" fmla="*/ 178257 w 3614425"/>
              <a:gd name="connsiteY2" fmla="*/ 554909 h 2260449"/>
              <a:gd name="connsiteX3" fmla="*/ 335158 w 3614425"/>
              <a:gd name="connsiteY3" fmla="*/ 311396 h 2260449"/>
              <a:gd name="connsiteX4" fmla="*/ 618341 w 3614425"/>
              <a:gd name="connsiteY4" fmla="*/ 202916 h 2260449"/>
              <a:gd name="connsiteX5" fmla="*/ 1308316 w 3614425"/>
              <a:gd name="connsiteY5" fmla="*/ 120945 h 2260449"/>
              <a:gd name="connsiteX6" fmla="*/ 2302543 w 3614425"/>
              <a:gd name="connsiteY6" fmla="*/ 56291 h 2260449"/>
              <a:gd name="connsiteX7" fmla="*/ 3614425 w 3614425"/>
              <a:gd name="connsiteY7" fmla="*/ 0 h 2260449"/>
              <a:gd name="connsiteX0" fmla="*/ 7790 w 3614272"/>
              <a:gd name="connsiteY0" fmla="*/ 2260449 h 2260449"/>
              <a:gd name="connsiteX1" fmla="*/ 40953 w 3614272"/>
              <a:gd name="connsiteY1" fmla="*/ 1027354 h 2260449"/>
              <a:gd name="connsiteX2" fmla="*/ 171709 w 3614272"/>
              <a:gd name="connsiteY2" fmla="*/ 549603 h 2260449"/>
              <a:gd name="connsiteX3" fmla="*/ 335005 w 3614272"/>
              <a:gd name="connsiteY3" fmla="*/ 311396 h 2260449"/>
              <a:gd name="connsiteX4" fmla="*/ 618188 w 3614272"/>
              <a:gd name="connsiteY4" fmla="*/ 202916 h 2260449"/>
              <a:gd name="connsiteX5" fmla="*/ 1308163 w 3614272"/>
              <a:gd name="connsiteY5" fmla="*/ 120945 h 2260449"/>
              <a:gd name="connsiteX6" fmla="*/ 2302390 w 3614272"/>
              <a:gd name="connsiteY6" fmla="*/ 56291 h 2260449"/>
              <a:gd name="connsiteX7" fmla="*/ 3614272 w 3614272"/>
              <a:gd name="connsiteY7" fmla="*/ 0 h 2260449"/>
              <a:gd name="connsiteX0" fmla="*/ 7790 w 3614272"/>
              <a:gd name="connsiteY0" fmla="*/ 2260449 h 2260449"/>
              <a:gd name="connsiteX1" fmla="*/ 40953 w 3614272"/>
              <a:gd name="connsiteY1" fmla="*/ 1027354 h 2260449"/>
              <a:gd name="connsiteX2" fmla="*/ 171709 w 3614272"/>
              <a:gd name="connsiteY2" fmla="*/ 549603 h 2260449"/>
              <a:gd name="connsiteX3" fmla="*/ 345665 w 3614272"/>
              <a:gd name="connsiteY3" fmla="*/ 292825 h 2260449"/>
              <a:gd name="connsiteX4" fmla="*/ 618188 w 3614272"/>
              <a:gd name="connsiteY4" fmla="*/ 202916 h 2260449"/>
              <a:gd name="connsiteX5" fmla="*/ 1308163 w 3614272"/>
              <a:gd name="connsiteY5" fmla="*/ 120945 h 2260449"/>
              <a:gd name="connsiteX6" fmla="*/ 2302390 w 3614272"/>
              <a:gd name="connsiteY6" fmla="*/ 56291 h 2260449"/>
              <a:gd name="connsiteX7" fmla="*/ 3614272 w 3614272"/>
              <a:gd name="connsiteY7" fmla="*/ 0 h 2260449"/>
              <a:gd name="connsiteX0" fmla="*/ 7790 w 3614272"/>
              <a:gd name="connsiteY0" fmla="*/ 2260449 h 2260449"/>
              <a:gd name="connsiteX1" fmla="*/ 40953 w 3614272"/>
              <a:gd name="connsiteY1" fmla="*/ 1027354 h 2260449"/>
              <a:gd name="connsiteX2" fmla="*/ 171709 w 3614272"/>
              <a:gd name="connsiteY2" fmla="*/ 549603 h 2260449"/>
              <a:gd name="connsiteX3" fmla="*/ 345665 w 3614272"/>
              <a:gd name="connsiteY3" fmla="*/ 292825 h 2260449"/>
              <a:gd name="connsiteX4" fmla="*/ 618188 w 3614272"/>
              <a:gd name="connsiteY4" fmla="*/ 189652 h 2260449"/>
              <a:gd name="connsiteX5" fmla="*/ 1308163 w 3614272"/>
              <a:gd name="connsiteY5" fmla="*/ 120945 h 2260449"/>
              <a:gd name="connsiteX6" fmla="*/ 2302390 w 3614272"/>
              <a:gd name="connsiteY6" fmla="*/ 56291 h 2260449"/>
              <a:gd name="connsiteX7" fmla="*/ 3614272 w 3614272"/>
              <a:gd name="connsiteY7" fmla="*/ 0 h 2260449"/>
              <a:gd name="connsiteX0" fmla="*/ 7790 w 3614272"/>
              <a:gd name="connsiteY0" fmla="*/ 2260449 h 2260449"/>
              <a:gd name="connsiteX1" fmla="*/ 40953 w 3614272"/>
              <a:gd name="connsiteY1" fmla="*/ 1027354 h 2260449"/>
              <a:gd name="connsiteX2" fmla="*/ 171709 w 3614272"/>
              <a:gd name="connsiteY2" fmla="*/ 549603 h 2260449"/>
              <a:gd name="connsiteX3" fmla="*/ 345665 w 3614272"/>
              <a:gd name="connsiteY3" fmla="*/ 292825 h 2260449"/>
              <a:gd name="connsiteX4" fmla="*/ 618188 w 3614272"/>
              <a:gd name="connsiteY4" fmla="*/ 189652 h 2260449"/>
              <a:gd name="connsiteX5" fmla="*/ 1308163 w 3614272"/>
              <a:gd name="connsiteY5" fmla="*/ 120945 h 2260449"/>
              <a:gd name="connsiteX6" fmla="*/ 2295995 w 3614272"/>
              <a:gd name="connsiteY6" fmla="*/ 43026 h 2260449"/>
              <a:gd name="connsiteX7" fmla="*/ 3614272 w 3614272"/>
              <a:gd name="connsiteY7" fmla="*/ 0 h 2260449"/>
              <a:gd name="connsiteX0" fmla="*/ 7790 w 3614272"/>
              <a:gd name="connsiteY0" fmla="*/ 2276366 h 2276366"/>
              <a:gd name="connsiteX1" fmla="*/ 40953 w 3614272"/>
              <a:gd name="connsiteY1" fmla="*/ 1043271 h 2276366"/>
              <a:gd name="connsiteX2" fmla="*/ 171709 w 3614272"/>
              <a:gd name="connsiteY2" fmla="*/ 565520 h 2276366"/>
              <a:gd name="connsiteX3" fmla="*/ 345665 w 3614272"/>
              <a:gd name="connsiteY3" fmla="*/ 308742 h 2276366"/>
              <a:gd name="connsiteX4" fmla="*/ 618188 w 3614272"/>
              <a:gd name="connsiteY4" fmla="*/ 205569 h 2276366"/>
              <a:gd name="connsiteX5" fmla="*/ 1308163 w 3614272"/>
              <a:gd name="connsiteY5" fmla="*/ 136862 h 2276366"/>
              <a:gd name="connsiteX6" fmla="*/ 2295995 w 3614272"/>
              <a:gd name="connsiteY6" fmla="*/ 58943 h 2276366"/>
              <a:gd name="connsiteX7" fmla="*/ 3614272 w 3614272"/>
              <a:gd name="connsiteY7" fmla="*/ 0 h 2276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4272" h="2276366">
                <a:moveTo>
                  <a:pt x="7790" y="2276366"/>
                </a:moveTo>
                <a:cubicBezTo>
                  <a:pt x="-13848" y="1808112"/>
                  <a:pt x="13633" y="1328412"/>
                  <a:pt x="40953" y="1043271"/>
                </a:cubicBezTo>
                <a:cubicBezTo>
                  <a:pt x="68273" y="758130"/>
                  <a:pt x="120924" y="687942"/>
                  <a:pt x="171709" y="565520"/>
                </a:cubicBezTo>
                <a:cubicBezTo>
                  <a:pt x="222494" y="443099"/>
                  <a:pt x="271252" y="368734"/>
                  <a:pt x="345665" y="308742"/>
                </a:cubicBezTo>
                <a:cubicBezTo>
                  <a:pt x="420078" y="248750"/>
                  <a:pt x="465680" y="227500"/>
                  <a:pt x="618188" y="205569"/>
                </a:cubicBezTo>
                <a:cubicBezTo>
                  <a:pt x="770696" y="183638"/>
                  <a:pt x="1028529" y="161300"/>
                  <a:pt x="1308163" y="136862"/>
                </a:cubicBezTo>
                <a:cubicBezTo>
                  <a:pt x="1587797" y="112424"/>
                  <a:pt x="1911644" y="81753"/>
                  <a:pt x="2295995" y="58943"/>
                </a:cubicBezTo>
                <a:cubicBezTo>
                  <a:pt x="2680346" y="36133"/>
                  <a:pt x="3035010" y="5879"/>
                  <a:pt x="3614272" y="0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124D618-52D4-4B87-9B8A-131496216E72}"/>
              </a:ext>
            </a:extLst>
          </p:cNvPr>
          <p:cNvSpPr/>
          <p:nvPr/>
        </p:nvSpPr>
        <p:spPr>
          <a:xfrm>
            <a:off x="180082" y="292693"/>
            <a:ext cx="2211616" cy="2283180"/>
          </a:xfrm>
          <a:custGeom>
            <a:avLst/>
            <a:gdLst>
              <a:gd name="connsiteX0" fmla="*/ 19180 w 2502736"/>
              <a:gd name="connsiteY0" fmla="*/ 2280355 h 2280355"/>
              <a:gd name="connsiteX1" fmla="*/ 27647 w 2502736"/>
              <a:gd name="connsiteY1" fmla="*/ 1255889 h 2280355"/>
              <a:gd name="connsiteX2" fmla="*/ 284469 w 2502736"/>
              <a:gd name="connsiteY2" fmla="*/ 773289 h 2280355"/>
              <a:gd name="connsiteX3" fmla="*/ 513069 w 2502736"/>
              <a:gd name="connsiteY3" fmla="*/ 310444 h 2280355"/>
              <a:gd name="connsiteX4" fmla="*/ 806580 w 2502736"/>
              <a:gd name="connsiteY4" fmla="*/ 158044 h 2280355"/>
              <a:gd name="connsiteX5" fmla="*/ 2502736 w 2502736"/>
              <a:gd name="connsiteY5" fmla="*/ 0 h 2280355"/>
              <a:gd name="connsiteX0" fmla="*/ 16957 w 2500513"/>
              <a:gd name="connsiteY0" fmla="*/ 2280355 h 2280355"/>
              <a:gd name="connsiteX1" fmla="*/ 25424 w 2500513"/>
              <a:gd name="connsiteY1" fmla="*/ 1255889 h 2280355"/>
              <a:gd name="connsiteX2" fmla="*/ 282246 w 2500513"/>
              <a:gd name="connsiteY2" fmla="*/ 773289 h 2280355"/>
              <a:gd name="connsiteX3" fmla="*/ 510846 w 2500513"/>
              <a:gd name="connsiteY3" fmla="*/ 310444 h 2280355"/>
              <a:gd name="connsiteX4" fmla="*/ 804357 w 2500513"/>
              <a:gd name="connsiteY4" fmla="*/ 158044 h 2280355"/>
              <a:gd name="connsiteX5" fmla="*/ 2500513 w 2500513"/>
              <a:gd name="connsiteY5" fmla="*/ 0 h 2280355"/>
              <a:gd name="connsiteX0" fmla="*/ 17321 w 2500877"/>
              <a:gd name="connsiteY0" fmla="*/ 2280355 h 2280355"/>
              <a:gd name="connsiteX1" fmla="*/ 25788 w 2500877"/>
              <a:gd name="connsiteY1" fmla="*/ 1255889 h 2280355"/>
              <a:gd name="connsiteX2" fmla="*/ 254388 w 2500877"/>
              <a:gd name="connsiteY2" fmla="*/ 756356 h 2280355"/>
              <a:gd name="connsiteX3" fmla="*/ 511210 w 2500877"/>
              <a:gd name="connsiteY3" fmla="*/ 310444 h 2280355"/>
              <a:gd name="connsiteX4" fmla="*/ 804721 w 2500877"/>
              <a:gd name="connsiteY4" fmla="*/ 158044 h 2280355"/>
              <a:gd name="connsiteX5" fmla="*/ 2500877 w 2500877"/>
              <a:gd name="connsiteY5" fmla="*/ 0 h 2280355"/>
              <a:gd name="connsiteX0" fmla="*/ 17321 w 2500877"/>
              <a:gd name="connsiteY0" fmla="*/ 2280355 h 2280355"/>
              <a:gd name="connsiteX1" fmla="*/ 25788 w 2500877"/>
              <a:gd name="connsiteY1" fmla="*/ 1255889 h 2280355"/>
              <a:gd name="connsiteX2" fmla="*/ 254388 w 2500877"/>
              <a:gd name="connsiteY2" fmla="*/ 756356 h 2280355"/>
              <a:gd name="connsiteX3" fmla="*/ 511210 w 2500877"/>
              <a:gd name="connsiteY3" fmla="*/ 310444 h 2280355"/>
              <a:gd name="connsiteX4" fmla="*/ 804721 w 2500877"/>
              <a:gd name="connsiteY4" fmla="*/ 158044 h 2280355"/>
              <a:gd name="connsiteX5" fmla="*/ 2500877 w 2500877"/>
              <a:gd name="connsiteY5" fmla="*/ 0 h 2280355"/>
              <a:gd name="connsiteX0" fmla="*/ 15877 w 2499433"/>
              <a:gd name="connsiteY0" fmla="*/ 2280355 h 2280355"/>
              <a:gd name="connsiteX1" fmla="*/ 24344 w 2499433"/>
              <a:gd name="connsiteY1" fmla="*/ 1255889 h 2280355"/>
              <a:gd name="connsiteX2" fmla="*/ 230366 w 2499433"/>
              <a:gd name="connsiteY2" fmla="*/ 745067 h 2280355"/>
              <a:gd name="connsiteX3" fmla="*/ 509766 w 2499433"/>
              <a:gd name="connsiteY3" fmla="*/ 310444 h 2280355"/>
              <a:gd name="connsiteX4" fmla="*/ 803277 w 2499433"/>
              <a:gd name="connsiteY4" fmla="*/ 158044 h 2280355"/>
              <a:gd name="connsiteX5" fmla="*/ 2499433 w 2499433"/>
              <a:gd name="connsiteY5" fmla="*/ 0 h 2280355"/>
              <a:gd name="connsiteX0" fmla="*/ 15877 w 2499433"/>
              <a:gd name="connsiteY0" fmla="*/ 2280355 h 2280355"/>
              <a:gd name="connsiteX1" fmla="*/ 24344 w 2499433"/>
              <a:gd name="connsiteY1" fmla="*/ 1255889 h 2280355"/>
              <a:gd name="connsiteX2" fmla="*/ 230366 w 2499433"/>
              <a:gd name="connsiteY2" fmla="*/ 745067 h 2280355"/>
              <a:gd name="connsiteX3" fmla="*/ 419455 w 2499433"/>
              <a:gd name="connsiteY3" fmla="*/ 403577 h 2280355"/>
              <a:gd name="connsiteX4" fmla="*/ 803277 w 2499433"/>
              <a:gd name="connsiteY4" fmla="*/ 158044 h 2280355"/>
              <a:gd name="connsiteX5" fmla="*/ 2499433 w 2499433"/>
              <a:gd name="connsiteY5" fmla="*/ 0 h 2280355"/>
              <a:gd name="connsiteX0" fmla="*/ 15877 w 2499433"/>
              <a:gd name="connsiteY0" fmla="*/ 2280355 h 2280355"/>
              <a:gd name="connsiteX1" fmla="*/ 24344 w 2499433"/>
              <a:gd name="connsiteY1" fmla="*/ 1255889 h 2280355"/>
              <a:gd name="connsiteX2" fmla="*/ 230366 w 2499433"/>
              <a:gd name="connsiteY2" fmla="*/ 745067 h 2280355"/>
              <a:gd name="connsiteX3" fmla="*/ 419455 w 2499433"/>
              <a:gd name="connsiteY3" fmla="*/ 403577 h 2280355"/>
              <a:gd name="connsiteX4" fmla="*/ 803277 w 2499433"/>
              <a:gd name="connsiteY4" fmla="*/ 158044 h 2280355"/>
              <a:gd name="connsiteX5" fmla="*/ 2499433 w 2499433"/>
              <a:gd name="connsiteY5" fmla="*/ 0 h 2280355"/>
              <a:gd name="connsiteX0" fmla="*/ 15877 w 2499433"/>
              <a:gd name="connsiteY0" fmla="*/ 2280355 h 2280355"/>
              <a:gd name="connsiteX1" fmla="*/ 24344 w 2499433"/>
              <a:gd name="connsiteY1" fmla="*/ 1255889 h 2280355"/>
              <a:gd name="connsiteX2" fmla="*/ 230366 w 2499433"/>
              <a:gd name="connsiteY2" fmla="*/ 745067 h 2280355"/>
              <a:gd name="connsiteX3" fmla="*/ 419455 w 2499433"/>
              <a:gd name="connsiteY3" fmla="*/ 403577 h 2280355"/>
              <a:gd name="connsiteX4" fmla="*/ 803277 w 2499433"/>
              <a:gd name="connsiteY4" fmla="*/ 158044 h 2280355"/>
              <a:gd name="connsiteX5" fmla="*/ 2499433 w 2499433"/>
              <a:gd name="connsiteY5" fmla="*/ 0 h 2280355"/>
              <a:gd name="connsiteX0" fmla="*/ 15171 w 2498727"/>
              <a:gd name="connsiteY0" fmla="*/ 2280355 h 2280355"/>
              <a:gd name="connsiteX1" fmla="*/ 23638 w 2498727"/>
              <a:gd name="connsiteY1" fmla="*/ 1255889 h 2280355"/>
              <a:gd name="connsiteX2" fmla="*/ 218371 w 2498727"/>
              <a:gd name="connsiteY2" fmla="*/ 716845 h 2280355"/>
              <a:gd name="connsiteX3" fmla="*/ 418749 w 2498727"/>
              <a:gd name="connsiteY3" fmla="*/ 403577 h 2280355"/>
              <a:gd name="connsiteX4" fmla="*/ 802571 w 2498727"/>
              <a:gd name="connsiteY4" fmla="*/ 158044 h 2280355"/>
              <a:gd name="connsiteX5" fmla="*/ 2498727 w 2498727"/>
              <a:gd name="connsiteY5" fmla="*/ 0 h 2280355"/>
              <a:gd name="connsiteX0" fmla="*/ 15171 w 2498727"/>
              <a:gd name="connsiteY0" fmla="*/ 2280355 h 2280355"/>
              <a:gd name="connsiteX1" fmla="*/ 23638 w 2498727"/>
              <a:gd name="connsiteY1" fmla="*/ 1255889 h 2280355"/>
              <a:gd name="connsiteX2" fmla="*/ 218371 w 2498727"/>
              <a:gd name="connsiteY2" fmla="*/ 716845 h 2280355"/>
              <a:gd name="connsiteX3" fmla="*/ 418749 w 2498727"/>
              <a:gd name="connsiteY3" fmla="*/ 403577 h 2280355"/>
              <a:gd name="connsiteX4" fmla="*/ 802571 w 2498727"/>
              <a:gd name="connsiteY4" fmla="*/ 158044 h 2280355"/>
              <a:gd name="connsiteX5" fmla="*/ 2498727 w 2498727"/>
              <a:gd name="connsiteY5" fmla="*/ 0 h 2280355"/>
              <a:gd name="connsiteX0" fmla="*/ 14309 w 2497865"/>
              <a:gd name="connsiteY0" fmla="*/ 2280355 h 2280355"/>
              <a:gd name="connsiteX1" fmla="*/ 22776 w 2497865"/>
              <a:gd name="connsiteY1" fmla="*/ 1255889 h 2280355"/>
              <a:gd name="connsiteX2" fmla="*/ 203398 w 2497865"/>
              <a:gd name="connsiteY2" fmla="*/ 716845 h 2280355"/>
              <a:gd name="connsiteX3" fmla="*/ 417887 w 2497865"/>
              <a:gd name="connsiteY3" fmla="*/ 403577 h 2280355"/>
              <a:gd name="connsiteX4" fmla="*/ 801709 w 2497865"/>
              <a:gd name="connsiteY4" fmla="*/ 158044 h 2280355"/>
              <a:gd name="connsiteX5" fmla="*/ 2497865 w 2497865"/>
              <a:gd name="connsiteY5" fmla="*/ 0 h 2280355"/>
              <a:gd name="connsiteX0" fmla="*/ 14309 w 2497865"/>
              <a:gd name="connsiteY0" fmla="*/ 2280355 h 2280355"/>
              <a:gd name="connsiteX1" fmla="*/ 22776 w 2497865"/>
              <a:gd name="connsiteY1" fmla="*/ 1255889 h 2280355"/>
              <a:gd name="connsiteX2" fmla="*/ 203398 w 2497865"/>
              <a:gd name="connsiteY2" fmla="*/ 716845 h 2280355"/>
              <a:gd name="connsiteX3" fmla="*/ 417887 w 2497865"/>
              <a:gd name="connsiteY3" fmla="*/ 403577 h 2280355"/>
              <a:gd name="connsiteX4" fmla="*/ 801709 w 2497865"/>
              <a:gd name="connsiteY4" fmla="*/ 158044 h 2280355"/>
              <a:gd name="connsiteX5" fmla="*/ 2497865 w 2497865"/>
              <a:gd name="connsiteY5" fmla="*/ 0 h 2280355"/>
              <a:gd name="connsiteX0" fmla="*/ 14309 w 2497865"/>
              <a:gd name="connsiteY0" fmla="*/ 2280355 h 2280355"/>
              <a:gd name="connsiteX1" fmla="*/ 22776 w 2497865"/>
              <a:gd name="connsiteY1" fmla="*/ 1255889 h 2280355"/>
              <a:gd name="connsiteX2" fmla="*/ 203398 w 2497865"/>
              <a:gd name="connsiteY2" fmla="*/ 716845 h 2280355"/>
              <a:gd name="connsiteX3" fmla="*/ 417887 w 2497865"/>
              <a:gd name="connsiteY3" fmla="*/ 403577 h 2280355"/>
              <a:gd name="connsiteX4" fmla="*/ 801709 w 2497865"/>
              <a:gd name="connsiteY4" fmla="*/ 158044 h 2280355"/>
              <a:gd name="connsiteX5" fmla="*/ 2497865 w 2497865"/>
              <a:gd name="connsiteY5" fmla="*/ 0 h 2280355"/>
              <a:gd name="connsiteX0" fmla="*/ 6687 w 2490243"/>
              <a:gd name="connsiteY0" fmla="*/ 2280355 h 2280355"/>
              <a:gd name="connsiteX1" fmla="*/ 40554 w 2490243"/>
              <a:gd name="connsiteY1" fmla="*/ 1174044 h 2280355"/>
              <a:gd name="connsiteX2" fmla="*/ 195776 w 2490243"/>
              <a:gd name="connsiteY2" fmla="*/ 716845 h 2280355"/>
              <a:gd name="connsiteX3" fmla="*/ 410265 w 2490243"/>
              <a:gd name="connsiteY3" fmla="*/ 403577 h 2280355"/>
              <a:gd name="connsiteX4" fmla="*/ 794087 w 2490243"/>
              <a:gd name="connsiteY4" fmla="*/ 158044 h 2280355"/>
              <a:gd name="connsiteX5" fmla="*/ 2490243 w 2490243"/>
              <a:gd name="connsiteY5" fmla="*/ 0 h 2280355"/>
              <a:gd name="connsiteX0" fmla="*/ 6687 w 2490243"/>
              <a:gd name="connsiteY0" fmla="*/ 2280355 h 2280355"/>
              <a:gd name="connsiteX1" fmla="*/ 40554 w 2490243"/>
              <a:gd name="connsiteY1" fmla="*/ 1174044 h 2280355"/>
              <a:gd name="connsiteX2" fmla="*/ 195776 w 2490243"/>
              <a:gd name="connsiteY2" fmla="*/ 716845 h 2280355"/>
              <a:gd name="connsiteX3" fmla="*/ 410265 w 2490243"/>
              <a:gd name="connsiteY3" fmla="*/ 403577 h 2280355"/>
              <a:gd name="connsiteX4" fmla="*/ 794087 w 2490243"/>
              <a:gd name="connsiteY4" fmla="*/ 158044 h 2280355"/>
              <a:gd name="connsiteX5" fmla="*/ 2490243 w 2490243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09930 w 2489908"/>
              <a:gd name="connsiteY3" fmla="*/ 403577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21219 w 2489908"/>
              <a:gd name="connsiteY3" fmla="*/ 375355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21219 w 2489908"/>
              <a:gd name="connsiteY3" fmla="*/ 375355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12752 w 2489908"/>
              <a:gd name="connsiteY3" fmla="*/ 375355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352 w 2489908"/>
              <a:gd name="connsiteY0" fmla="*/ 2280355 h 2280355"/>
              <a:gd name="connsiteX1" fmla="*/ 40219 w 2489908"/>
              <a:gd name="connsiteY1" fmla="*/ 1174044 h 2280355"/>
              <a:gd name="connsiteX2" fmla="*/ 181330 w 2489908"/>
              <a:gd name="connsiteY2" fmla="*/ 716845 h 2280355"/>
              <a:gd name="connsiteX3" fmla="*/ 412752 w 2489908"/>
              <a:gd name="connsiteY3" fmla="*/ 375355 h 2280355"/>
              <a:gd name="connsiteX4" fmla="*/ 793752 w 2489908"/>
              <a:gd name="connsiteY4" fmla="*/ 158044 h 2280355"/>
              <a:gd name="connsiteX5" fmla="*/ 2489908 w 2489908"/>
              <a:gd name="connsiteY5" fmla="*/ 0 h 2280355"/>
              <a:gd name="connsiteX0" fmla="*/ 6516 w 2490072"/>
              <a:gd name="connsiteY0" fmla="*/ 2280355 h 2280355"/>
              <a:gd name="connsiteX1" fmla="*/ 40383 w 2490072"/>
              <a:gd name="connsiteY1" fmla="*/ 1174044 h 2280355"/>
              <a:gd name="connsiteX2" fmla="*/ 188566 w 2490072"/>
              <a:gd name="connsiteY2" fmla="*/ 771527 h 2280355"/>
              <a:gd name="connsiteX3" fmla="*/ 412916 w 2490072"/>
              <a:gd name="connsiteY3" fmla="*/ 375355 h 2280355"/>
              <a:gd name="connsiteX4" fmla="*/ 793916 w 2490072"/>
              <a:gd name="connsiteY4" fmla="*/ 158044 h 2280355"/>
              <a:gd name="connsiteX5" fmla="*/ 2490072 w 2490072"/>
              <a:gd name="connsiteY5" fmla="*/ 0 h 2280355"/>
              <a:gd name="connsiteX0" fmla="*/ 3586 w 2487142"/>
              <a:gd name="connsiteY0" fmla="*/ 2280355 h 2280355"/>
              <a:gd name="connsiteX1" fmla="*/ 69275 w 2487142"/>
              <a:gd name="connsiteY1" fmla="*/ 1177082 h 2280355"/>
              <a:gd name="connsiteX2" fmla="*/ 185636 w 2487142"/>
              <a:gd name="connsiteY2" fmla="*/ 771527 h 2280355"/>
              <a:gd name="connsiteX3" fmla="*/ 409986 w 2487142"/>
              <a:gd name="connsiteY3" fmla="*/ 375355 h 2280355"/>
              <a:gd name="connsiteX4" fmla="*/ 790986 w 2487142"/>
              <a:gd name="connsiteY4" fmla="*/ 158044 h 2280355"/>
              <a:gd name="connsiteX5" fmla="*/ 2487142 w 2487142"/>
              <a:gd name="connsiteY5" fmla="*/ 0 h 2280355"/>
              <a:gd name="connsiteX0" fmla="*/ 3968 w 2487524"/>
              <a:gd name="connsiteY0" fmla="*/ 2280355 h 2280355"/>
              <a:gd name="connsiteX1" fmla="*/ 69657 w 2487524"/>
              <a:gd name="connsiteY1" fmla="*/ 1177082 h 2280355"/>
              <a:gd name="connsiteX2" fmla="*/ 186018 w 2487524"/>
              <a:gd name="connsiteY2" fmla="*/ 771527 h 2280355"/>
              <a:gd name="connsiteX3" fmla="*/ 410368 w 2487524"/>
              <a:gd name="connsiteY3" fmla="*/ 375355 h 2280355"/>
              <a:gd name="connsiteX4" fmla="*/ 791368 w 2487524"/>
              <a:gd name="connsiteY4" fmla="*/ 158044 h 2280355"/>
              <a:gd name="connsiteX5" fmla="*/ 2487524 w 2487524"/>
              <a:gd name="connsiteY5" fmla="*/ 0 h 2280355"/>
              <a:gd name="connsiteX0" fmla="*/ 3968 w 2487524"/>
              <a:gd name="connsiteY0" fmla="*/ 2280355 h 2280355"/>
              <a:gd name="connsiteX1" fmla="*/ 69657 w 2487524"/>
              <a:gd name="connsiteY1" fmla="*/ 1177082 h 2280355"/>
              <a:gd name="connsiteX2" fmla="*/ 186018 w 2487524"/>
              <a:gd name="connsiteY2" fmla="*/ 771527 h 2280355"/>
              <a:gd name="connsiteX3" fmla="*/ 428047 w 2487524"/>
              <a:gd name="connsiteY3" fmla="*/ 375355 h 2280355"/>
              <a:gd name="connsiteX4" fmla="*/ 791368 w 2487524"/>
              <a:gd name="connsiteY4" fmla="*/ 158044 h 2280355"/>
              <a:gd name="connsiteX5" fmla="*/ 2487524 w 2487524"/>
              <a:gd name="connsiteY5" fmla="*/ 0 h 2280355"/>
              <a:gd name="connsiteX0" fmla="*/ 3968 w 2487524"/>
              <a:gd name="connsiteY0" fmla="*/ 2280355 h 2280355"/>
              <a:gd name="connsiteX1" fmla="*/ 69657 w 2487524"/>
              <a:gd name="connsiteY1" fmla="*/ 1177082 h 2280355"/>
              <a:gd name="connsiteX2" fmla="*/ 186018 w 2487524"/>
              <a:gd name="connsiteY2" fmla="*/ 771527 h 2280355"/>
              <a:gd name="connsiteX3" fmla="*/ 428047 w 2487524"/>
              <a:gd name="connsiteY3" fmla="*/ 375355 h 2280355"/>
              <a:gd name="connsiteX4" fmla="*/ 777225 w 2487524"/>
              <a:gd name="connsiteY4" fmla="*/ 179309 h 2280355"/>
              <a:gd name="connsiteX5" fmla="*/ 2487524 w 2487524"/>
              <a:gd name="connsiteY5" fmla="*/ 0 h 2280355"/>
              <a:gd name="connsiteX0" fmla="*/ 3968 w 2487524"/>
              <a:gd name="connsiteY0" fmla="*/ 2280355 h 2280355"/>
              <a:gd name="connsiteX1" fmla="*/ 69657 w 2487524"/>
              <a:gd name="connsiteY1" fmla="*/ 1177082 h 2280355"/>
              <a:gd name="connsiteX2" fmla="*/ 186018 w 2487524"/>
              <a:gd name="connsiteY2" fmla="*/ 771527 h 2280355"/>
              <a:gd name="connsiteX3" fmla="*/ 428047 w 2487524"/>
              <a:gd name="connsiteY3" fmla="*/ 375355 h 2280355"/>
              <a:gd name="connsiteX4" fmla="*/ 777225 w 2487524"/>
              <a:gd name="connsiteY4" fmla="*/ 179309 h 2280355"/>
              <a:gd name="connsiteX5" fmla="*/ 2487524 w 2487524"/>
              <a:gd name="connsiteY5" fmla="*/ 0 h 228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87524" h="2280355">
                <a:moveTo>
                  <a:pt x="3968" y="2280355"/>
                </a:moveTo>
                <a:cubicBezTo>
                  <a:pt x="-13906" y="1893711"/>
                  <a:pt x="32244" y="1413364"/>
                  <a:pt x="69657" y="1177082"/>
                </a:cubicBezTo>
                <a:cubicBezTo>
                  <a:pt x="107070" y="940800"/>
                  <a:pt x="126286" y="905148"/>
                  <a:pt x="186018" y="771527"/>
                </a:cubicBezTo>
                <a:cubicBezTo>
                  <a:pt x="245750" y="637906"/>
                  <a:pt x="329513" y="474058"/>
                  <a:pt x="428047" y="375355"/>
                </a:cubicBezTo>
                <a:cubicBezTo>
                  <a:pt x="526581" y="276652"/>
                  <a:pt x="518840" y="257058"/>
                  <a:pt x="777225" y="179309"/>
                </a:cubicBezTo>
                <a:cubicBezTo>
                  <a:pt x="1035610" y="101560"/>
                  <a:pt x="1805251" y="53151"/>
                  <a:pt x="2487524" y="0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F7C4ADE-F64E-7AD6-E272-9779A482F66C}"/>
              </a:ext>
            </a:extLst>
          </p:cNvPr>
          <p:cNvSpPr/>
          <p:nvPr/>
        </p:nvSpPr>
        <p:spPr>
          <a:xfrm>
            <a:off x="172884" y="292694"/>
            <a:ext cx="823424" cy="2288823"/>
          </a:xfrm>
          <a:custGeom>
            <a:avLst/>
            <a:gdLst>
              <a:gd name="connsiteX0" fmla="*/ 13850 w 863339"/>
              <a:gd name="connsiteY0" fmla="*/ 2288823 h 2288823"/>
              <a:gd name="connsiteX1" fmla="*/ 13850 w 863339"/>
              <a:gd name="connsiteY1" fmla="*/ 1848556 h 2288823"/>
              <a:gd name="connsiteX2" fmla="*/ 157783 w 863339"/>
              <a:gd name="connsiteY2" fmla="*/ 1298223 h 2288823"/>
              <a:gd name="connsiteX3" fmla="*/ 304539 w 863339"/>
              <a:gd name="connsiteY3" fmla="*/ 801512 h 2288823"/>
              <a:gd name="connsiteX4" fmla="*/ 504917 w 863339"/>
              <a:gd name="connsiteY4" fmla="*/ 364067 h 2288823"/>
              <a:gd name="connsiteX5" fmla="*/ 753272 w 863339"/>
              <a:gd name="connsiteY5" fmla="*/ 115712 h 2288823"/>
              <a:gd name="connsiteX6" fmla="*/ 863339 w 863339"/>
              <a:gd name="connsiteY6" fmla="*/ 0 h 2288823"/>
              <a:gd name="connsiteX0" fmla="*/ 13850 w 863339"/>
              <a:gd name="connsiteY0" fmla="*/ 2288823 h 2288823"/>
              <a:gd name="connsiteX1" fmla="*/ 13850 w 863339"/>
              <a:gd name="connsiteY1" fmla="*/ 1848556 h 2288823"/>
              <a:gd name="connsiteX2" fmla="*/ 157783 w 863339"/>
              <a:gd name="connsiteY2" fmla="*/ 1298223 h 2288823"/>
              <a:gd name="connsiteX3" fmla="*/ 304539 w 863339"/>
              <a:gd name="connsiteY3" fmla="*/ 801512 h 2288823"/>
              <a:gd name="connsiteX4" fmla="*/ 504917 w 863339"/>
              <a:gd name="connsiteY4" fmla="*/ 364067 h 2288823"/>
              <a:gd name="connsiteX5" fmla="*/ 677072 w 863339"/>
              <a:gd name="connsiteY5" fmla="*/ 163689 h 2288823"/>
              <a:gd name="connsiteX6" fmla="*/ 863339 w 863339"/>
              <a:gd name="connsiteY6" fmla="*/ 0 h 2288823"/>
              <a:gd name="connsiteX0" fmla="*/ 13850 w 863339"/>
              <a:gd name="connsiteY0" fmla="*/ 2288823 h 2288823"/>
              <a:gd name="connsiteX1" fmla="*/ 13850 w 863339"/>
              <a:gd name="connsiteY1" fmla="*/ 1848556 h 2288823"/>
              <a:gd name="connsiteX2" fmla="*/ 157783 w 863339"/>
              <a:gd name="connsiteY2" fmla="*/ 1298223 h 2288823"/>
              <a:gd name="connsiteX3" fmla="*/ 304539 w 863339"/>
              <a:gd name="connsiteY3" fmla="*/ 801512 h 2288823"/>
              <a:gd name="connsiteX4" fmla="*/ 465406 w 863339"/>
              <a:gd name="connsiteY4" fmla="*/ 440267 h 2288823"/>
              <a:gd name="connsiteX5" fmla="*/ 677072 w 863339"/>
              <a:gd name="connsiteY5" fmla="*/ 163689 h 2288823"/>
              <a:gd name="connsiteX6" fmla="*/ 863339 w 863339"/>
              <a:gd name="connsiteY6" fmla="*/ 0 h 2288823"/>
              <a:gd name="connsiteX0" fmla="*/ 13850 w 863339"/>
              <a:gd name="connsiteY0" fmla="*/ 2288823 h 2288823"/>
              <a:gd name="connsiteX1" fmla="*/ 13850 w 863339"/>
              <a:gd name="connsiteY1" fmla="*/ 1848556 h 2288823"/>
              <a:gd name="connsiteX2" fmla="*/ 157783 w 863339"/>
              <a:gd name="connsiteY2" fmla="*/ 1298223 h 2288823"/>
              <a:gd name="connsiteX3" fmla="*/ 284784 w 863339"/>
              <a:gd name="connsiteY3" fmla="*/ 838200 h 2288823"/>
              <a:gd name="connsiteX4" fmla="*/ 465406 w 863339"/>
              <a:gd name="connsiteY4" fmla="*/ 440267 h 2288823"/>
              <a:gd name="connsiteX5" fmla="*/ 677072 w 863339"/>
              <a:gd name="connsiteY5" fmla="*/ 163689 h 2288823"/>
              <a:gd name="connsiteX6" fmla="*/ 863339 w 863339"/>
              <a:gd name="connsiteY6" fmla="*/ 0 h 2288823"/>
              <a:gd name="connsiteX0" fmla="*/ 11500 w 860989"/>
              <a:gd name="connsiteY0" fmla="*/ 2288823 h 2288823"/>
              <a:gd name="connsiteX1" fmla="*/ 11500 w 860989"/>
              <a:gd name="connsiteY1" fmla="*/ 1848556 h 2288823"/>
              <a:gd name="connsiteX2" fmla="*/ 121566 w 860989"/>
              <a:gd name="connsiteY2" fmla="*/ 1346201 h 2288823"/>
              <a:gd name="connsiteX3" fmla="*/ 282434 w 860989"/>
              <a:gd name="connsiteY3" fmla="*/ 838200 h 2288823"/>
              <a:gd name="connsiteX4" fmla="*/ 463056 w 860989"/>
              <a:gd name="connsiteY4" fmla="*/ 440267 h 2288823"/>
              <a:gd name="connsiteX5" fmla="*/ 674722 w 860989"/>
              <a:gd name="connsiteY5" fmla="*/ 163689 h 2288823"/>
              <a:gd name="connsiteX6" fmla="*/ 860989 w 860989"/>
              <a:gd name="connsiteY6" fmla="*/ 0 h 2288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60989" h="2288823">
                <a:moveTo>
                  <a:pt x="11500" y="2288823"/>
                </a:moveTo>
                <a:cubicBezTo>
                  <a:pt x="-495" y="2151239"/>
                  <a:pt x="-6844" y="2005660"/>
                  <a:pt x="11500" y="1848556"/>
                </a:cubicBezTo>
                <a:cubicBezTo>
                  <a:pt x="29844" y="1691452"/>
                  <a:pt x="76410" y="1514594"/>
                  <a:pt x="121566" y="1346201"/>
                </a:cubicBezTo>
                <a:cubicBezTo>
                  <a:pt x="166722" y="1177808"/>
                  <a:pt x="225519" y="989189"/>
                  <a:pt x="282434" y="838200"/>
                </a:cubicBezTo>
                <a:cubicBezTo>
                  <a:pt x="339349" y="687211"/>
                  <a:pt x="397675" y="552685"/>
                  <a:pt x="463056" y="440267"/>
                </a:cubicBezTo>
                <a:cubicBezTo>
                  <a:pt x="528437" y="327849"/>
                  <a:pt x="614985" y="224367"/>
                  <a:pt x="674722" y="163689"/>
                </a:cubicBezTo>
                <a:cubicBezTo>
                  <a:pt x="734459" y="103011"/>
                  <a:pt x="835824" y="27517"/>
                  <a:pt x="860989" y="0"/>
                </a:cubicBezTo>
              </a:path>
            </a:pathLst>
          </a:cu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06B00B-9DBD-EF67-7DAA-F4CA86249789}"/>
              </a:ext>
            </a:extLst>
          </p:cNvPr>
          <p:cNvSpPr/>
          <p:nvPr/>
        </p:nvSpPr>
        <p:spPr>
          <a:xfrm>
            <a:off x="149936" y="256863"/>
            <a:ext cx="5956207" cy="2319010"/>
          </a:xfrm>
          <a:prstGeom prst="rect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1A81022-F90A-7512-8BAB-F3150096566D}"/>
              </a:ext>
            </a:extLst>
          </p:cNvPr>
          <p:cNvSpPr/>
          <p:nvPr/>
        </p:nvSpPr>
        <p:spPr>
          <a:xfrm>
            <a:off x="164487" y="299886"/>
            <a:ext cx="3765584" cy="2283299"/>
          </a:xfrm>
          <a:custGeom>
            <a:avLst/>
            <a:gdLst>
              <a:gd name="connsiteX0" fmla="*/ 9915 w 3766293"/>
              <a:gd name="connsiteY0" fmla="*/ 2283299 h 2283299"/>
              <a:gd name="connsiteX1" fmla="*/ 15560 w 3766293"/>
              <a:gd name="connsiteY1" fmla="*/ 928632 h 2283299"/>
              <a:gd name="connsiteX2" fmla="*/ 156671 w 3766293"/>
              <a:gd name="connsiteY2" fmla="*/ 700032 h 2283299"/>
              <a:gd name="connsiteX3" fmla="*/ 218760 w 3766293"/>
              <a:gd name="connsiteY3" fmla="*/ 550454 h 2283299"/>
              <a:gd name="connsiteX4" fmla="*/ 292137 w 3766293"/>
              <a:gd name="connsiteY4" fmla="*/ 429099 h 2283299"/>
              <a:gd name="connsiteX5" fmla="*/ 379626 w 3766293"/>
              <a:gd name="connsiteY5" fmla="*/ 316210 h 2283299"/>
              <a:gd name="connsiteX6" fmla="*/ 484049 w 3766293"/>
              <a:gd name="connsiteY6" fmla="*/ 220254 h 2283299"/>
              <a:gd name="connsiteX7" fmla="*/ 825537 w 3766293"/>
              <a:gd name="connsiteY7" fmla="*/ 155343 h 2283299"/>
              <a:gd name="connsiteX8" fmla="*/ 1457715 w 3766293"/>
              <a:gd name="connsiteY8" fmla="*/ 101721 h 2283299"/>
              <a:gd name="connsiteX9" fmla="*/ 2056026 w 3766293"/>
              <a:gd name="connsiteY9" fmla="*/ 67854 h 2283299"/>
              <a:gd name="connsiteX10" fmla="*/ 2465249 w 3766293"/>
              <a:gd name="connsiteY10" fmla="*/ 33988 h 2283299"/>
              <a:gd name="connsiteX11" fmla="*/ 2826493 w 3766293"/>
              <a:gd name="connsiteY11" fmla="*/ 19876 h 2283299"/>
              <a:gd name="connsiteX12" fmla="*/ 3475604 w 3766293"/>
              <a:gd name="connsiteY12" fmla="*/ 2943 h 2283299"/>
              <a:gd name="connsiteX13" fmla="*/ 3766293 w 3766293"/>
              <a:gd name="connsiteY13" fmla="*/ 121 h 2283299"/>
              <a:gd name="connsiteX0" fmla="*/ 7944 w 3764322"/>
              <a:gd name="connsiteY0" fmla="*/ 2283299 h 2283299"/>
              <a:gd name="connsiteX1" fmla="*/ 13589 w 3764322"/>
              <a:gd name="connsiteY1" fmla="*/ 928632 h 2283299"/>
              <a:gd name="connsiteX2" fmla="*/ 123656 w 3764322"/>
              <a:gd name="connsiteY2" fmla="*/ 700032 h 2283299"/>
              <a:gd name="connsiteX3" fmla="*/ 216789 w 3764322"/>
              <a:gd name="connsiteY3" fmla="*/ 550454 h 2283299"/>
              <a:gd name="connsiteX4" fmla="*/ 290166 w 3764322"/>
              <a:gd name="connsiteY4" fmla="*/ 429099 h 2283299"/>
              <a:gd name="connsiteX5" fmla="*/ 377655 w 3764322"/>
              <a:gd name="connsiteY5" fmla="*/ 316210 h 2283299"/>
              <a:gd name="connsiteX6" fmla="*/ 482078 w 3764322"/>
              <a:gd name="connsiteY6" fmla="*/ 220254 h 2283299"/>
              <a:gd name="connsiteX7" fmla="*/ 823566 w 3764322"/>
              <a:gd name="connsiteY7" fmla="*/ 155343 h 2283299"/>
              <a:gd name="connsiteX8" fmla="*/ 1455744 w 3764322"/>
              <a:gd name="connsiteY8" fmla="*/ 101721 h 2283299"/>
              <a:gd name="connsiteX9" fmla="*/ 2054055 w 3764322"/>
              <a:gd name="connsiteY9" fmla="*/ 67854 h 2283299"/>
              <a:gd name="connsiteX10" fmla="*/ 2463278 w 3764322"/>
              <a:gd name="connsiteY10" fmla="*/ 33988 h 2283299"/>
              <a:gd name="connsiteX11" fmla="*/ 2824522 w 3764322"/>
              <a:gd name="connsiteY11" fmla="*/ 19876 h 2283299"/>
              <a:gd name="connsiteX12" fmla="*/ 3473633 w 3764322"/>
              <a:gd name="connsiteY12" fmla="*/ 2943 h 2283299"/>
              <a:gd name="connsiteX13" fmla="*/ 3764322 w 3764322"/>
              <a:gd name="connsiteY13" fmla="*/ 121 h 2283299"/>
              <a:gd name="connsiteX0" fmla="*/ 7944 w 3764322"/>
              <a:gd name="connsiteY0" fmla="*/ 2283299 h 2283299"/>
              <a:gd name="connsiteX1" fmla="*/ 13589 w 3764322"/>
              <a:gd name="connsiteY1" fmla="*/ 928632 h 2283299"/>
              <a:gd name="connsiteX2" fmla="*/ 123656 w 3764322"/>
              <a:gd name="connsiteY2" fmla="*/ 700032 h 2283299"/>
              <a:gd name="connsiteX3" fmla="*/ 216789 w 3764322"/>
              <a:gd name="connsiteY3" fmla="*/ 550454 h 2283299"/>
              <a:gd name="connsiteX4" fmla="*/ 290166 w 3764322"/>
              <a:gd name="connsiteY4" fmla="*/ 429099 h 2283299"/>
              <a:gd name="connsiteX5" fmla="*/ 377655 w 3764322"/>
              <a:gd name="connsiteY5" fmla="*/ 316210 h 2283299"/>
              <a:gd name="connsiteX6" fmla="*/ 482078 w 3764322"/>
              <a:gd name="connsiteY6" fmla="*/ 220254 h 2283299"/>
              <a:gd name="connsiteX7" fmla="*/ 823566 w 3764322"/>
              <a:gd name="connsiteY7" fmla="*/ 155343 h 2283299"/>
              <a:gd name="connsiteX8" fmla="*/ 1455744 w 3764322"/>
              <a:gd name="connsiteY8" fmla="*/ 101721 h 2283299"/>
              <a:gd name="connsiteX9" fmla="*/ 2054055 w 3764322"/>
              <a:gd name="connsiteY9" fmla="*/ 67854 h 2283299"/>
              <a:gd name="connsiteX10" fmla="*/ 2463278 w 3764322"/>
              <a:gd name="connsiteY10" fmla="*/ 33988 h 2283299"/>
              <a:gd name="connsiteX11" fmla="*/ 2824522 w 3764322"/>
              <a:gd name="connsiteY11" fmla="*/ 19876 h 2283299"/>
              <a:gd name="connsiteX12" fmla="*/ 3473633 w 3764322"/>
              <a:gd name="connsiteY12" fmla="*/ 2943 h 2283299"/>
              <a:gd name="connsiteX13" fmla="*/ 3764322 w 3764322"/>
              <a:gd name="connsiteY13" fmla="*/ 121 h 2283299"/>
              <a:gd name="connsiteX0" fmla="*/ 19574 w 3775952"/>
              <a:gd name="connsiteY0" fmla="*/ 2283299 h 2283299"/>
              <a:gd name="connsiteX1" fmla="*/ 25219 w 3775952"/>
              <a:gd name="connsiteY1" fmla="*/ 928632 h 2283299"/>
              <a:gd name="connsiteX2" fmla="*/ 135286 w 3775952"/>
              <a:gd name="connsiteY2" fmla="*/ 700032 h 2283299"/>
              <a:gd name="connsiteX3" fmla="*/ 228419 w 3775952"/>
              <a:gd name="connsiteY3" fmla="*/ 550454 h 2283299"/>
              <a:gd name="connsiteX4" fmla="*/ 301796 w 3775952"/>
              <a:gd name="connsiteY4" fmla="*/ 429099 h 2283299"/>
              <a:gd name="connsiteX5" fmla="*/ 389285 w 3775952"/>
              <a:gd name="connsiteY5" fmla="*/ 316210 h 2283299"/>
              <a:gd name="connsiteX6" fmla="*/ 493708 w 3775952"/>
              <a:gd name="connsiteY6" fmla="*/ 220254 h 2283299"/>
              <a:gd name="connsiteX7" fmla="*/ 835196 w 3775952"/>
              <a:gd name="connsiteY7" fmla="*/ 155343 h 2283299"/>
              <a:gd name="connsiteX8" fmla="*/ 1467374 w 3775952"/>
              <a:gd name="connsiteY8" fmla="*/ 101721 h 2283299"/>
              <a:gd name="connsiteX9" fmla="*/ 2065685 w 3775952"/>
              <a:gd name="connsiteY9" fmla="*/ 67854 h 2283299"/>
              <a:gd name="connsiteX10" fmla="*/ 2474908 w 3775952"/>
              <a:gd name="connsiteY10" fmla="*/ 33988 h 2283299"/>
              <a:gd name="connsiteX11" fmla="*/ 2836152 w 3775952"/>
              <a:gd name="connsiteY11" fmla="*/ 19876 h 2283299"/>
              <a:gd name="connsiteX12" fmla="*/ 3485263 w 3775952"/>
              <a:gd name="connsiteY12" fmla="*/ 2943 h 2283299"/>
              <a:gd name="connsiteX13" fmla="*/ 3775952 w 3775952"/>
              <a:gd name="connsiteY13" fmla="*/ 121 h 2283299"/>
              <a:gd name="connsiteX0" fmla="*/ 17147 w 3773525"/>
              <a:gd name="connsiteY0" fmla="*/ 2283299 h 2283299"/>
              <a:gd name="connsiteX1" fmla="*/ 22792 w 3773525"/>
              <a:gd name="connsiteY1" fmla="*/ 928632 h 2283299"/>
              <a:gd name="connsiteX2" fmla="*/ 132859 w 3773525"/>
              <a:gd name="connsiteY2" fmla="*/ 700032 h 2283299"/>
              <a:gd name="connsiteX3" fmla="*/ 225992 w 3773525"/>
              <a:gd name="connsiteY3" fmla="*/ 550454 h 2283299"/>
              <a:gd name="connsiteX4" fmla="*/ 299369 w 3773525"/>
              <a:gd name="connsiteY4" fmla="*/ 429099 h 2283299"/>
              <a:gd name="connsiteX5" fmla="*/ 386858 w 3773525"/>
              <a:gd name="connsiteY5" fmla="*/ 316210 h 2283299"/>
              <a:gd name="connsiteX6" fmla="*/ 491281 w 3773525"/>
              <a:gd name="connsiteY6" fmla="*/ 220254 h 2283299"/>
              <a:gd name="connsiteX7" fmla="*/ 832769 w 3773525"/>
              <a:gd name="connsiteY7" fmla="*/ 155343 h 2283299"/>
              <a:gd name="connsiteX8" fmla="*/ 1464947 w 3773525"/>
              <a:gd name="connsiteY8" fmla="*/ 101721 h 2283299"/>
              <a:gd name="connsiteX9" fmla="*/ 2063258 w 3773525"/>
              <a:gd name="connsiteY9" fmla="*/ 67854 h 2283299"/>
              <a:gd name="connsiteX10" fmla="*/ 2472481 w 3773525"/>
              <a:gd name="connsiteY10" fmla="*/ 33988 h 2283299"/>
              <a:gd name="connsiteX11" fmla="*/ 2833725 w 3773525"/>
              <a:gd name="connsiteY11" fmla="*/ 19876 h 2283299"/>
              <a:gd name="connsiteX12" fmla="*/ 3482836 w 3773525"/>
              <a:gd name="connsiteY12" fmla="*/ 2943 h 2283299"/>
              <a:gd name="connsiteX13" fmla="*/ 3773525 w 3773525"/>
              <a:gd name="connsiteY13" fmla="*/ 121 h 2283299"/>
              <a:gd name="connsiteX0" fmla="*/ 8291 w 3764669"/>
              <a:gd name="connsiteY0" fmla="*/ 2283299 h 2283299"/>
              <a:gd name="connsiteX1" fmla="*/ 13936 w 3764669"/>
              <a:gd name="connsiteY1" fmla="*/ 928632 h 2283299"/>
              <a:gd name="connsiteX2" fmla="*/ 129647 w 3764669"/>
              <a:gd name="connsiteY2" fmla="*/ 685921 h 2283299"/>
              <a:gd name="connsiteX3" fmla="*/ 217136 w 3764669"/>
              <a:gd name="connsiteY3" fmla="*/ 550454 h 2283299"/>
              <a:gd name="connsiteX4" fmla="*/ 290513 w 3764669"/>
              <a:gd name="connsiteY4" fmla="*/ 429099 h 2283299"/>
              <a:gd name="connsiteX5" fmla="*/ 378002 w 3764669"/>
              <a:gd name="connsiteY5" fmla="*/ 316210 h 2283299"/>
              <a:gd name="connsiteX6" fmla="*/ 482425 w 3764669"/>
              <a:gd name="connsiteY6" fmla="*/ 220254 h 2283299"/>
              <a:gd name="connsiteX7" fmla="*/ 823913 w 3764669"/>
              <a:gd name="connsiteY7" fmla="*/ 155343 h 2283299"/>
              <a:gd name="connsiteX8" fmla="*/ 1456091 w 3764669"/>
              <a:gd name="connsiteY8" fmla="*/ 101721 h 2283299"/>
              <a:gd name="connsiteX9" fmla="*/ 2054402 w 3764669"/>
              <a:gd name="connsiteY9" fmla="*/ 67854 h 2283299"/>
              <a:gd name="connsiteX10" fmla="*/ 2463625 w 3764669"/>
              <a:gd name="connsiteY10" fmla="*/ 33988 h 2283299"/>
              <a:gd name="connsiteX11" fmla="*/ 2824869 w 3764669"/>
              <a:gd name="connsiteY11" fmla="*/ 19876 h 2283299"/>
              <a:gd name="connsiteX12" fmla="*/ 3473980 w 3764669"/>
              <a:gd name="connsiteY12" fmla="*/ 2943 h 2283299"/>
              <a:gd name="connsiteX13" fmla="*/ 3764669 w 3764669"/>
              <a:gd name="connsiteY13" fmla="*/ 121 h 2283299"/>
              <a:gd name="connsiteX0" fmla="*/ 8291 w 3764669"/>
              <a:gd name="connsiteY0" fmla="*/ 2283299 h 2283299"/>
              <a:gd name="connsiteX1" fmla="*/ 13936 w 3764669"/>
              <a:gd name="connsiteY1" fmla="*/ 928632 h 2283299"/>
              <a:gd name="connsiteX2" fmla="*/ 129647 w 3764669"/>
              <a:gd name="connsiteY2" fmla="*/ 685921 h 2283299"/>
              <a:gd name="connsiteX3" fmla="*/ 217136 w 3764669"/>
              <a:gd name="connsiteY3" fmla="*/ 550454 h 2283299"/>
              <a:gd name="connsiteX4" fmla="*/ 290513 w 3764669"/>
              <a:gd name="connsiteY4" fmla="*/ 429099 h 2283299"/>
              <a:gd name="connsiteX5" fmla="*/ 378002 w 3764669"/>
              <a:gd name="connsiteY5" fmla="*/ 316210 h 2283299"/>
              <a:gd name="connsiteX6" fmla="*/ 482425 w 3764669"/>
              <a:gd name="connsiteY6" fmla="*/ 220254 h 2283299"/>
              <a:gd name="connsiteX7" fmla="*/ 823913 w 3764669"/>
              <a:gd name="connsiteY7" fmla="*/ 155343 h 2283299"/>
              <a:gd name="connsiteX8" fmla="*/ 1456091 w 3764669"/>
              <a:gd name="connsiteY8" fmla="*/ 101721 h 2283299"/>
              <a:gd name="connsiteX9" fmla="*/ 2054402 w 3764669"/>
              <a:gd name="connsiteY9" fmla="*/ 67854 h 2283299"/>
              <a:gd name="connsiteX10" fmla="*/ 2463625 w 3764669"/>
              <a:gd name="connsiteY10" fmla="*/ 33988 h 2283299"/>
              <a:gd name="connsiteX11" fmla="*/ 2824869 w 3764669"/>
              <a:gd name="connsiteY11" fmla="*/ 19876 h 2283299"/>
              <a:gd name="connsiteX12" fmla="*/ 3473980 w 3764669"/>
              <a:gd name="connsiteY12" fmla="*/ 2943 h 2283299"/>
              <a:gd name="connsiteX13" fmla="*/ 3764669 w 3764669"/>
              <a:gd name="connsiteY13" fmla="*/ 121 h 2283299"/>
              <a:gd name="connsiteX0" fmla="*/ 28596 w 3784974"/>
              <a:gd name="connsiteY0" fmla="*/ 2283299 h 2283299"/>
              <a:gd name="connsiteX1" fmla="*/ 34241 w 3784974"/>
              <a:gd name="connsiteY1" fmla="*/ 928632 h 2283299"/>
              <a:gd name="connsiteX2" fmla="*/ 149952 w 3784974"/>
              <a:gd name="connsiteY2" fmla="*/ 685921 h 2283299"/>
              <a:gd name="connsiteX3" fmla="*/ 237441 w 3784974"/>
              <a:gd name="connsiteY3" fmla="*/ 550454 h 2283299"/>
              <a:gd name="connsiteX4" fmla="*/ 310818 w 3784974"/>
              <a:gd name="connsiteY4" fmla="*/ 429099 h 2283299"/>
              <a:gd name="connsiteX5" fmla="*/ 398307 w 3784974"/>
              <a:gd name="connsiteY5" fmla="*/ 316210 h 2283299"/>
              <a:gd name="connsiteX6" fmla="*/ 502730 w 3784974"/>
              <a:gd name="connsiteY6" fmla="*/ 220254 h 2283299"/>
              <a:gd name="connsiteX7" fmla="*/ 844218 w 3784974"/>
              <a:gd name="connsiteY7" fmla="*/ 155343 h 2283299"/>
              <a:gd name="connsiteX8" fmla="*/ 1476396 w 3784974"/>
              <a:gd name="connsiteY8" fmla="*/ 101721 h 2283299"/>
              <a:gd name="connsiteX9" fmla="*/ 2074707 w 3784974"/>
              <a:gd name="connsiteY9" fmla="*/ 67854 h 2283299"/>
              <a:gd name="connsiteX10" fmla="*/ 2483930 w 3784974"/>
              <a:gd name="connsiteY10" fmla="*/ 33988 h 2283299"/>
              <a:gd name="connsiteX11" fmla="*/ 2845174 w 3784974"/>
              <a:gd name="connsiteY11" fmla="*/ 19876 h 2283299"/>
              <a:gd name="connsiteX12" fmla="*/ 3494285 w 3784974"/>
              <a:gd name="connsiteY12" fmla="*/ 2943 h 2283299"/>
              <a:gd name="connsiteX13" fmla="*/ 3784974 w 3784974"/>
              <a:gd name="connsiteY13" fmla="*/ 121 h 2283299"/>
              <a:gd name="connsiteX0" fmla="*/ 31074 w 3787452"/>
              <a:gd name="connsiteY0" fmla="*/ 2283299 h 2283299"/>
              <a:gd name="connsiteX1" fmla="*/ 36719 w 3787452"/>
              <a:gd name="connsiteY1" fmla="*/ 928632 h 2283299"/>
              <a:gd name="connsiteX2" fmla="*/ 152430 w 3787452"/>
              <a:gd name="connsiteY2" fmla="*/ 685921 h 2283299"/>
              <a:gd name="connsiteX3" fmla="*/ 239919 w 3787452"/>
              <a:gd name="connsiteY3" fmla="*/ 550454 h 2283299"/>
              <a:gd name="connsiteX4" fmla="*/ 313296 w 3787452"/>
              <a:gd name="connsiteY4" fmla="*/ 429099 h 2283299"/>
              <a:gd name="connsiteX5" fmla="*/ 400785 w 3787452"/>
              <a:gd name="connsiteY5" fmla="*/ 316210 h 2283299"/>
              <a:gd name="connsiteX6" fmla="*/ 505208 w 3787452"/>
              <a:gd name="connsiteY6" fmla="*/ 220254 h 2283299"/>
              <a:gd name="connsiteX7" fmla="*/ 846696 w 3787452"/>
              <a:gd name="connsiteY7" fmla="*/ 155343 h 2283299"/>
              <a:gd name="connsiteX8" fmla="*/ 1478874 w 3787452"/>
              <a:gd name="connsiteY8" fmla="*/ 101721 h 2283299"/>
              <a:gd name="connsiteX9" fmla="*/ 2077185 w 3787452"/>
              <a:gd name="connsiteY9" fmla="*/ 67854 h 2283299"/>
              <a:gd name="connsiteX10" fmla="*/ 2486408 w 3787452"/>
              <a:gd name="connsiteY10" fmla="*/ 33988 h 2283299"/>
              <a:gd name="connsiteX11" fmla="*/ 2847652 w 3787452"/>
              <a:gd name="connsiteY11" fmla="*/ 19876 h 2283299"/>
              <a:gd name="connsiteX12" fmla="*/ 3496763 w 3787452"/>
              <a:gd name="connsiteY12" fmla="*/ 2943 h 2283299"/>
              <a:gd name="connsiteX13" fmla="*/ 3787452 w 3787452"/>
              <a:gd name="connsiteY13" fmla="*/ 121 h 2283299"/>
              <a:gd name="connsiteX0" fmla="*/ 25479 w 3781857"/>
              <a:gd name="connsiteY0" fmla="*/ 2283299 h 2283299"/>
              <a:gd name="connsiteX1" fmla="*/ 39590 w 3781857"/>
              <a:gd name="connsiteY1" fmla="*/ 931454 h 2283299"/>
              <a:gd name="connsiteX2" fmla="*/ 146835 w 3781857"/>
              <a:gd name="connsiteY2" fmla="*/ 685921 h 2283299"/>
              <a:gd name="connsiteX3" fmla="*/ 234324 w 3781857"/>
              <a:gd name="connsiteY3" fmla="*/ 550454 h 2283299"/>
              <a:gd name="connsiteX4" fmla="*/ 307701 w 3781857"/>
              <a:gd name="connsiteY4" fmla="*/ 429099 h 2283299"/>
              <a:gd name="connsiteX5" fmla="*/ 395190 w 3781857"/>
              <a:gd name="connsiteY5" fmla="*/ 316210 h 2283299"/>
              <a:gd name="connsiteX6" fmla="*/ 499613 w 3781857"/>
              <a:gd name="connsiteY6" fmla="*/ 220254 h 2283299"/>
              <a:gd name="connsiteX7" fmla="*/ 841101 w 3781857"/>
              <a:gd name="connsiteY7" fmla="*/ 155343 h 2283299"/>
              <a:gd name="connsiteX8" fmla="*/ 1473279 w 3781857"/>
              <a:gd name="connsiteY8" fmla="*/ 101721 h 2283299"/>
              <a:gd name="connsiteX9" fmla="*/ 2071590 w 3781857"/>
              <a:gd name="connsiteY9" fmla="*/ 67854 h 2283299"/>
              <a:gd name="connsiteX10" fmla="*/ 2480813 w 3781857"/>
              <a:gd name="connsiteY10" fmla="*/ 33988 h 2283299"/>
              <a:gd name="connsiteX11" fmla="*/ 2842057 w 3781857"/>
              <a:gd name="connsiteY11" fmla="*/ 19876 h 2283299"/>
              <a:gd name="connsiteX12" fmla="*/ 3491168 w 3781857"/>
              <a:gd name="connsiteY12" fmla="*/ 2943 h 2283299"/>
              <a:gd name="connsiteX13" fmla="*/ 3781857 w 378185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71810 h 2283299"/>
              <a:gd name="connsiteX3" fmla="*/ 213874 w 3761407"/>
              <a:gd name="connsiteY3" fmla="*/ 550454 h 2283299"/>
              <a:gd name="connsiteX4" fmla="*/ 287251 w 3761407"/>
              <a:gd name="connsiteY4" fmla="*/ 429099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71810 h 2283299"/>
              <a:gd name="connsiteX3" fmla="*/ 213874 w 3761407"/>
              <a:gd name="connsiteY3" fmla="*/ 550454 h 2283299"/>
              <a:gd name="connsiteX4" fmla="*/ 287251 w 3761407"/>
              <a:gd name="connsiteY4" fmla="*/ 429099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16028 w 3772406"/>
              <a:gd name="connsiteY0" fmla="*/ 2283299 h 2283299"/>
              <a:gd name="connsiteX1" fmla="*/ 30139 w 3772406"/>
              <a:gd name="connsiteY1" fmla="*/ 931454 h 2283299"/>
              <a:gd name="connsiteX2" fmla="*/ 137384 w 3772406"/>
              <a:gd name="connsiteY2" fmla="*/ 671810 h 2283299"/>
              <a:gd name="connsiteX3" fmla="*/ 224873 w 3772406"/>
              <a:gd name="connsiteY3" fmla="*/ 550454 h 2283299"/>
              <a:gd name="connsiteX4" fmla="*/ 298250 w 3772406"/>
              <a:gd name="connsiteY4" fmla="*/ 429099 h 2283299"/>
              <a:gd name="connsiteX5" fmla="*/ 385739 w 3772406"/>
              <a:gd name="connsiteY5" fmla="*/ 316210 h 2283299"/>
              <a:gd name="connsiteX6" fmla="*/ 490162 w 3772406"/>
              <a:gd name="connsiteY6" fmla="*/ 220254 h 2283299"/>
              <a:gd name="connsiteX7" fmla="*/ 831650 w 3772406"/>
              <a:gd name="connsiteY7" fmla="*/ 155343 h 2283299"/>
              <a:gd name="connsiteX8" fmla="*/ 1463828 w 3772406"/>
              <a:gd name="connsiteY8" fmla="*/ 101721 h 2283299"/>
              <a:gd name="connsiteX9" fmla="*/ 2062139 w 3772406"/>
              <a:gd name="connsiteY9" fmla="*/ 67854 h 2283299"/>
              <a:gd name="connsiteX10" fmla="*/ 2471362 w 3772406"/>
              <a:gd name="connsiteY10" fmla="*/ 33988 h 2283299"/>
              <a:gd name="connsiteX11" fmla="*/ 2832606 w 3772406"/>
              <a:gd name="connsiteY11" fmla="*/ 19876 h 2283299"/>
              <a:gd name="connsiteX12" fmla="*/ 3481717 w 3772406"/>
              <a:gd name="connsiteY12" fmla="*/ 2943 h 2283299"/>
              <a:gd name="connsiteX13" fmla="*/ 3772406 w 3772406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13874 w 3761407"/>
              <a:gd name="connsiteY3" fmla="*/ 550454 h 2283299"/>
              <a:gd name="connsiteX4" fmla="*/ 287251 w 3761407"/>
              <a:gd name="connsiteY4" fmla="*/ 429099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87251 w 3761407"/>
              <a:gd name="connsiteY4" fmla="*/ 429099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74740 w 3761407"/>
              <a:gd name="connsiteY5" fmla="*/ 316210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20254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20651 w 3761407"/>
              <a:gd name="connsiteY7" fmla="*/ 155343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03640 w 3761407"/>
              <a:gd name="connsiteY7" fmla="*/ 152521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03640 w 3761407"/>
              <a:gd name="connsiteY7" fmla="*/ 152521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5029 w 3761407"/>
              <a:gd name="connsiteY0" fmla="*/ 2283299 h 2283299"/>
              <a:gd name="connsiteX1" fmla="*/ 19140 w 3761407"/>
              <a:gd name="connsiteY1" fmla="*/ 931454 h 2283299"/>
              <a:gd name="connsiteX2" fmla="*/ 126385 w 3761407"/>
              <a:gd name="connsiteY2" fmla="*/ 649232 h 2283299"/>
              <a:gd name="connsiteX3" fmla="*/ 202534 w 3761407"/>
              <a:gd name="connsiteY3" fmla="*/ 522232 h 2283299"/>
              <a:gd name="connsiteX4" fmla="*/ 278746 w 3761407"/>
              <a:gd name="connsiteY4" fmla="*/ 409343 h 2283299"/>
              <a:gd name="connsiteX5" fmla="*/ 363401 w 3761407"/>
              <a:gd name="connsiteY5" fmla="*/ 304921 h 2283299"/>
              <a:gd name="connsiteX6" fmla="*/ 479163 w 3761407"/>
              <a:gd name="connsiteY6" fmla="*/ 206142 h 2283299"/>
              <a:gd name="connsiteX7" fmla="*/ 803640 w 3761407"/>
              <a:gd name="connsiteY7" fmla="*/ 152521 h 2283299"/>
              <a:gd name="connsiteX8" fmla="*/ 1452829 w 3761407"/>
              <a:gd name="connsiteY8" fmla="*/ 101721 h 2283299"/>
              <a:gd name="connsiteX9" fmla="*/ 2051140 w 3761407"/>
              <a:gd name="connsiteY9" fmla="*/ 67854 h 2283299"/>
              <a:gd name="connsiteX10" fmla="*/ 2460363 w 3761407"/>
              <a:gd name="connsiteY10" fmla="*/ 33988 h 2283299"/>
              <a:gd name="connsiteX11" fmla="*/ 2821607 w 3761407"/>
              <a:gd name="connsiteY11" fmla="*/ 19876 h 2283299"/>
              <a:gd name="connsiteX12" fmla="*/ 3470718 w 3761407"/>
              <a:gd name="connsiteY12" fmla="*/ 2943 h 2283299"/>
              <a:gd name="connsiteX13" fmla="*/ 3761407 w 3761407"/>
              <a:gd name="connsiteY13" fmla="*/ 121 h 2283299"/>
              <a:gd name="connsiteX0" fmla="*/ 7446 w 3763824"/>
              <a:gd name="connsiteY0" fmla="*/ 2283299 h 2283299"/>
              <a:gd name="connsiteX1" fmla="*/ 21557 w 3763824"/>
              <a:gd name="connsiteY1" fmla="*/ 931454 h 2283299"/>
              <a:gd name="connsiteX2" fmla="*/ 128802 w 3763824"/>
              <a:gd name="connsiteY2" fmla="*/ 649232 h 2283299"/>
              <a:gd name="connsiteX3" fmla="*/ 204951 w 3763824"/>
              <a:gd name="connsiteY3" fmla="*/ 522232 h 2283299"/>
              <a:gd name="connsiteX4" fmla="*/ 281163 w 3763824"/>
              <a:gd name="connsiteY4" fmla="*/ 409343 h 2283299"/>
              <a:gd name="connsiteX5" fmla="*/ 365818 w 3763824"/>
              <a:gd name="connsiteY5" fmla="*/ 304921 h 2283299"/>
              <a:gd name="connsiteX6" fmla="*/ 481580 w 3763824"/>
              <a:gd name="connsiteY6" fmla="*/ 206142 h 2283299"/>
              <a:gd name="connsiteX7" fmla="*/ 806057 w 3763824"/>
              <a:gd name="connsiteY7" fmla="*/ 152521 h 2283299"/>
              <a:gd name="connsiteX8" fmla="*/ 1455246 w 3763824"/>
              <a:gd name="connsiteY8" fmla="*/ 101721 h 2283299"/>
              <a:gd name="connsiteX9" fmla="*/ 2053557 w 3763824"/>
              <a:gd name="connsiteY9" fmla="*/ 67854 h 2283299"/>
              <a:gd name="connsiteX10" fmla="*/ 2462780 w 3763824"/>
              <a:gd name="connsiteY10" fmla="*/ 33988 h 2283299"/>
              <a:gd name="connsiteX11" fmla="*/ 2824024 w 3763824"/>
              <a:gd name="connsiteY11" fmla="*/ 19876 h 2283299"/>
              <a:gd name="connsiteX12" fmla="*/ 3473135 w 3763824"/>
              <a:gd name="connsiteY12" fmla="*/ 2943 h 2283299"/>
              <a:gd name="connsiteX13" fmla="*/ 3763824 w 3763824"/>
              <a:gd name="connsiteY13" fmla="*/ 121 h 2283299"/>
              <a:gd name="connsiteX0" fmla="*/ 7446 w 3763824"/>
              <a:gd name="connsiteY0" fmla="*/ 2283299 h 2283299"/>
              <a:gd name="connsiteX1" fmla="*/ 21557 w 3763824"/>
              <a:gd name="connsiteY1" fmla="*/ 931454 h 2283299"/>
              <a:gd name="connsiteX2" fmla="*/ 128802 w 3763824"/>
              <a:gd name="connsiteY2" fmla="*/ 649232 h 2283299"/>
              <a:gd name="connsiteX3" fmla="*/ 186642 w 3763824"/>
              <a:gd name="connsiteY3" fmla="*/ 510081 h 2283299"/>
              <a:gd name="connsiteX4" fmla="*/ 281163 w 3763824"/>
              <a:gd name="connsiteY4" fmla="*/ 409343 h 2283299"/>
              <a:gd name="connsiteX5" fmla="*/ 365818 w 3763824"/>
              <a:gd name="connsiteY5" fmla="*/ 304921 h 2283299"/>
              <a:gd name="connsiteX6" fmla="*/ 481580 w 3763824"/>
              <a:gd name="connsiteY6" fmla="*/ 206142 h 2283299"/>
              <a:gd name="connsiteX7" fmla="*/ 806057 w 3763824"/>
              <a:gd name="connsiteY7" fmla="*/ 152521 h 2283299"/>
              <a:gd name="connsiteX8" fmla="*/ 1455246 w 3763824"/>
              <a:gd name="connsiteY8" fmla="*/ 101721 h 2283299"/>
              <a:gd name="connsiteX9" fmla="*/ 2053557 w 3763824"/>
              <a:gd name="connsiteY9" fmla="*/ 67854 h 2283299"/>
              <a:gd name="connsiteX10" fmla="*/ 2462780 w 3763824"/>
              <a:gd name="connsiteY10" fmla="*/ 33988 h 2283299"/>
              <a:gd name="connsiteX11" fmla="*/ 2824024 w 3763824"/>
              <a:gd name="connsiteY11" fmla="*/ 19876 h 2283299"/>
              <a:gd name="connsiteX12" fmla="*/ 3473135 w 3763824"/>
              <a:gd name="connsiteY12" fmla="*/ 2943 h 2283299"/>
              <a:gd name="connsiteX13" fmla="*/ 3763824 w 3763824"/>
              <a:gd name="connsiteY13" fmla="*/ 121 h 2283299"/>
              <a:gd name="connsiteX0" fmla="*/ 7446 w 3763824"/>
              <a:gd name="connsiteY0" fmla="*/ 2283299 h 2283299"/>
              <a:gd name="connsiteX1" fmla="*/ 21557 w 3763824"/>
              <a:gd name="connsiteY1" fmla="*/ 931454 h 2283299"/>
              <a:gd name="connsiteX2" fmla="*/ 128802 w 3763824"/>
              <a:gd name="connsiteY2" fmla="*/ 649232 h 2283299"/>
              <a:gd name="connsiteX3" fmla="*/ 186642 w 3763824"/>
              <a:gd name="connsiteY3" fmla="*/ 510081 h 2283299"/>
              <a:gd name="connsiteX4" fmla="*/ 268957 w 3763824"/>
              <a:gd name="connsiteY4" fmla="*/ 388077 h 2283299"/>
              <a:gd name="connsiteX5" fmla="*/ 365818 w 3763824"/>
              <a:gd name="connsiteY5" fmla="*/ 304921 h 2283299"/>
              <a:gd name="connsiteX6" fmla="*/ 481580 w 3763824"/>
              <a:gd name="connsiteY6" fmla="*/ 206142 h 2283299"/>
              <a:gd name="connsiteX7" fmla="*/ 806057 w 3763824"/>
              <a:gd name="connsiteY7" fmla="*/ 152521 h 2283299"/>
              <a:gd name="connsiteX8" fmla="*/ 1455246 w 3763824"/>
              <a:gd name="connsiteY8" fmla="*/ 101721 h 2283299"/>
              <a:gd name="connsiteX9" fmla="*/ 2053557 w 3763824"/>
              <a:gd name="connsiteY9" fmla="*/ 67854 h 2283299"/>
              <a:gd name="connsiteX10" fmla="*/ 2462780 w 3763824"/>
              <a:gd name="connsiteY10" fmla="*/ 33988 h 2283299"/>
              <a:gd name="connsiteX11" fmla="*/ 2824024 w 3763824"/>
              <a:gd name="connsiteY11" fmla="*/ 19876 h 2283299"/>
              <a:gd name="connsiteX12" fmla="*/ 3473135 w 3763824"/>
              <a:gd name="connsiteY12" fmla="*/ 2943 h 2283299"/>
              <a:gd name="connsiteX13" fmla="*/ 3763824 w 3763824"/>
              <a:gd name="connsiteY13" fmla="*/ 121 h 2283299"/>
              <a:gd name="connsiteX0" fmla="*/ 7446 w 3763824"/>
              <a:gd name="connsiteY0" fmla="*/ 2283299 h 2283299"/>
              <a:gd name="connsiteX1" fmla="*/ 21557 w 3763824"/>
              <a:gd name="connsiteY1" fmla="*/ 931454 h 2283299"/>
              <a:gd name="connsiteX2" fmla="*/ 128802 w 3763824"/>
              <a:gd name="connsiteY2" fmla="*/ 649232 h 2283299"/>
              <a:gd name="connsiteX3" fmla="*/ 186642 w 3763824"/>
              <a:gd name="connsiteY3" fmla="*/ 510081 h 2283299"/>
              <a:gd name="connsiteX4" fmla="*/ 268957 w 3763824"/>
              <a:gd name="connsiteY4" fmla="*/ 388077 h 2283299"/>
              <a:gd name="connsiteX5" fmla="*/ 347507 w 3763824"/>
              <a:gd name="connsiteY5" fmla="*/ 307959 h 2283299"/>
              <a:gd name="connsiteX6" fmla="*/ 481580 w 3763824"/>
              <a:gd name="connsiteY6" fmla="*/ 206142 h 2283299"/>
              <a:gd name="connsiteX7" fmla="*/ 806057 w 3763824"/>
              <a:gd name="connsiteY7" fmla="*/ 152521 h 2283299"/>
              <a:gd name="connsiteX8" fmla="*/ 1455246 w 3763824"/>
              <a:gd name="connsiteY8" fmla="*/ 101721 h 2283299"/>
              <a:gd name="connsiteX9" fmla="*/ 2053557 w 3763824"/>
              <a:gd name="connsiteY9" fmla="*/ 67854 h 2283299"/>
              <a:gd name="connsiteX10" fmla="*/ 2462780 w 3763824"/>
              <a:gd name="connsiteY10" fmla="*/ 33988 h 2283299"/>
              <a:gd name="connsiteX11" fmla="*/ 2824024 w 3763824"/>
              <a:gd name="connsiteY11" fmla="*/ 19876 h 2283299"/>
              <a:gd name="connsiteX12" fmla="*/ 3473135 w 3763824"/>
              <a:gd name="connsiteY12" fmla="*/ 2943 h 2283299"/>
              <a:gd name="connsiteX13" fmla="*/ 3763824 w 3763824"/>
              <a:gd name="connsiteY13" fmla="*/ 121 h 2283299"/>
              <a:gd name="connsiteX0" fmla="*/ 4355 w 3760733"/>
              <a:gd name="connsiteY0" fmla="*/ 2283299 h 2283299"/>
              <a:gd name="connsiteX1" fmla="*/ 18466 w 3760733"/>
              <a:gd name="connsiteY1" fmla="*/ 931454 h 2283299"/>
              <a:gd name="connsiteX2" fmla="*/ 107401 w 3760733"/>
              <a:gd name="connsiteY2" fmla="*/ 646194 h 2283299"/>
              <a:gd name="connsiteX3" fmla="*/ 183551 w 3760733"/>
              <a:gd name="connsiteY3" fmla="*/ 510081 h 2283299"/>
              <a:gd name="connsiteX4" fmla="*/ 265866 w 3760733"/>
              <a:gd name="connsiteY4" fmla="*/ 388077 h 2283299"/>
              <a:gd name="connsiteX5" fmla="*/ 344416 w 3760733"/>
              <a:gd name="connsiteY5" fmla="*/ 307959 h 2283299"/>
              <a:gd name="connsiteX6" fmla="*/ 478489 w 3760733"/>
              <a:gd name="connsiteY6" fmla="*/ 206142 h 2283299"/>
              <a:gd name="connsiteX7" fmla="*/ 802966 w 3760733"/>
              <a:gd name="connsiteY7" fmla="*/ 152521 h 2283299"/>
              <a:gd name="connsiteX8" fmla="*/ 1452155 w 3760733"/>
              <a:gd name="connsiteY8" fmla="*/ 101721 h 2283299"/>
              <a:gd name="connsiteX9" fmla="*/ 2050466 w 3760733"/>
              <a:gd name="connsiteY9" fmla="*/ 67854 h 2283299"/>
              <a:gd name="connsiteX10" fmla="*/ 2459689 w 3760733"/>
              <a:gd name="connsiteY10" fmla="*/ 33988 h 2283299"/>
              <a:gd name="connsiteX11" fmla="*/ 2820933 w 3760733"/>
              <a:gd name="connsiteY11" fmla="*/ 19876 h 2283299"/>
              <a:gd name="connsiteX12" fmla="*/ 3470044 w 3760733"/>
              <a:gd name="connsiteY12" fmla="*/ 2943 h 2283299"/>
              <a:gd name="connsiteX13" fmla="*/ 3760733 w 3760733"/>
              <a:gd name="connsiteY13" fmla="*/ 121 h 2283299"/>
              <a:gd name="connsiteX0" fmla="*/ 4355 w 3760733"/>
              <a:gd name="connsiteY0" fmla="*/ 2283299 h 2283299"/>
              <a:gd name="connsiteX1" fmla="*/ 18466 w 3760733"/>
              <a:gd name="connsiteY1" fmla="*/ 931454 h 2283299"/>
              <a:gd name="connsiteX2" fmla="*/ 107401 w 3760733"/>
              <a:gd name="connsiteY2" fmla="*/ 646194 h 2283299"/>
              <a:gd name="connsiteX3" fmla="*/ 183551 w 3760733"/>
              <a:gd name="connsiteY3" fmla="*/ 510081 h 2283299"/>
              <a:gd name="connsiteX4" fmla="*/ 265866 w 3760733"/>
              <a:gd name="connsiteY4" fmla="*/ 388077 h 2283299"/>
              <a:gd name="connsiteX5" fmla="*/ 344416 w 3760733"/>
              <a:gd name="connsiteY5" fmla="*/ 307959 h 2283299"/>
              <a:gd name="connsiteX6" fmla="*/ 478489 w 3760733"/>
              <a:gd name="connsiteY6" fmla="*/ 206142 h 2283299"/>
              <a:gd name="connsiteX7" fmla="*/ 802966 w 3760733"/>
              <a:gd name="connsiteY7" fmla="*/ 152521 h 2283299"/>
              <a:gd name="connsiteX8" fmla="*/ 1452155 w 3760733"/>
              <a:gd name="connsiteY8" fmla="*/ 101721 h 2283299"/>
              <a:gd name="connsiteX9" fmla="*/ 2050466 w 3760733"/>
              <a:gd name="connsiteY9" fmla="*/ 67854 h 2283299"/>
              <a:gd name="connsiteX10" fmla="*/ 2459689 w 3760733"/>
              <a:gd name="connsiteY10" fmla="*/ 33988 h 2283299"/>
              <a:gd name="connsiteX11" fmla="*/ 2820933 w 3760733"/>
              <a:gd name="connsiteY11" fmla="*/ 19876 h 2283299"/>
              <a:gd name="connsiteX12" fmla="*/ 3470044 w 3760733"/>
              <a:gd name="connsiteY12" fmla="*/ 2943 h 2283299"/>
              <a:gd name="connsiteX13" fmla="*/ 3760733 w 3760733"/>
              <a:gd name="connsiteY13" fmla="*/ 121 h 2283299"/>
              <a:gd name="connsiteX0" fmla="*/ 10924 w 3767302"/>
              <a:gd name="connsiteY0" fmla="*/ 2283299 h 2283299"/>
              <a:gd name="connsiteX1" fmla="*/ 25035 w 3767302"/>
              <a:gd name="connsiteY1" fmla="*/ 931454 h 2283299"/>
              <a:gd name="connsiteX2" fmla="*/ 113970 w 3767302"/>
              <a:gd name="connsiteY2" fmla="*/ 646194 h 2283299"/>
              <a:gd name="connsiteX3" fmla="*/ 190120 w 3767302"/>
              <a:gd name="connsiteY3" fmla="*/ 510081 h 2283299"/>
              <a:gd name="connsiteX4" fmla="*/ 272435 w 3767302"/>
              <a:gd name="connsiteY4" fmla="*/ 388077 h 2283299"/>
              <a:gd name="connsiteX5" fmla="*/ 350985 w 3767302"/>
              <a:gd name="connsiteY5" fmla="*/ 307959 h 2283299"/>
              <a:gd name="connsiteX6" fmla="*/ 485058 w 3767302"/>
              <a:gd name="connsiteY6" fmla="*/ 206142 h 2283299"/>
              <a:gd name="connsiteX7" fmla="*/ 809535 w 3767302"/>
              <a:gd name="connsiteY7" fmla="*/ 152521 h 2283299"/>
              <a:gd name="connsiteX8" fmla="*/ 1458724 w 3767302"/>
              <a:gd name="connsiteY8" fmla="*/ 101721 h 2283299"/>
              <a:gd name="connsiteX9" fmla="*/ 2057035 w 3767302"/>
              <a:gd name="connsiteY9" fmla="*/ 67854 h 2283299"/>
              <a:gd name="connsiteX10" fmla="*/ 2466258 w 3767302"/>
              <a:gd name="connsiteY10" fmla="*/ 33988 h 2283299"/>
              <a:gd name="connsiteX11" fmla="*/ 2827502 w 3767302"/>
              <a:gd name="connsiteY11" fmla="*/ 19876 h 2283299"/>
              <a:gd name="connsiteX12" fmla="*/ 3476613 w 3767302"/>
              <a:gd name="connsiteY12" fmla="*/ 2943 h 2283299"/>
              <a:gd name="connsiteX13" fmla="*/ 3767302 w 3767302"/>
              <a:gd name="connsiteY13" fmla="*/ 121 h 2283299"/>
              <a:gd name="connsiteX0" fmla="*/ 10924 w 3767302"/>
              <a:gd name="connsiteY0" fmla="*/ 2283299 h 2283299"/>
              <a:gd name="connsiteX1" fmla="*/ 25035 w 3767302"/>
              <a:gd name="connsiteY1" fmla="*/ 931454 h 2283299"/>
              <a:gd name="connsiteX2" fmla="*/ 113970 w 3767302"/>
              <a:gd name="connsiteY2" fmla="*/ 646194 h 2283299"/>
              <a:gd name="connsiteX3" fmla="*/ 190120 w 3767302"/>
              <a:gd name="connsiteY3" fmla="*/ 510081 h 2283299"/>
              <a:gd name="connsiteX4" fmla="*/ 272435 w 3767302"/>
              <a:gd name="connsiteY4" fmla="*/ 388077 h 2283299"/>
              <a:gd name="connsiteX5" fmla="*/ 350985 w 3767302"/>
              <a:gd name="connsiteY5" fmla="*/ 307959 h 2283299"/>
              <a:gd name="connsiteX6" fmla="*/ 485058 w 3767302"/>
              <a:gd name="connsiteY6" fmla="*/ 206142 h 2283299"/>
              <a:gd name="connsiteX7" fmla="*/ 809535 w 3767302"/>
              <a:gd name="connsiteY7" fmla="*/ 152521 h 2283299"/>
              <a:gd name="connsiteX8" fmla="*/ 1458724 w 3767302"/>
              <a:gd name="connsiteY8" fmla="*/ 101721 h 2283299"/>
              <a:gd name="connsiteX9" fmla="*/ 2057035 w 3767302"/>
              <a:gd name="connsiteY9" fmla="*/ 67854 h 2283299"/>
              <a:gd name="connsiteX10" fmla="*/ 2466258 w 3767302"/>
              <a:gd name="connsiteY10" fmla="*/ 33988 h 2283299"/>
              <a:gd name="connsiteX11" fmla="*/ 2827502 w 3767302"/>
              <a:gd name="connsiteY11" fmla="*/ 19876 h 2283299"/>
              <a:gd name="connsiteX12" fmla="*/ 3476613 w 3767302"/>
              <a:gd name="connsiteY12" fmla="*/ 2943 h 2283299"/>
              <a:gd name="connsiteX13" fmla="*/ 3767302 w 3767302"/>
              <a:gd name="connsiteY13" fmla="*/ 121 h 2283299"/>
              <a:gd name="connsiteX0" fmla="*/ 10924 w 3767302"/>
              <a:gd name="connsiteY0" fmla="*/ 2283299 h 2283299"/>
              <a:gd name="connsiteX1" fmla="*/ 25035 w 3767302"/>
              <a:gd name="connsiteY1" fmla="*/ 931454 h 2283299"/>
              <a:gd name="connsiteX2" fmla="*/ 113970 w 3767302"/>
              <a:gd name="connsiteY2" fmla="*/ 646194 h 2283299"/>
              <a:gd name="connsiteX3" fmla="*/ 190120 w 3767302"/>
              <a:gd name="connsiteY3" fmla="*/ 510081 h 2283299"/>
              <a:gd name="connsiteX4" fmla="*/ 272435 w 3767302"/>
              <a:gd name="connsiteY4" fmla="*/ 388077 h 2283299"/>
              <a:gd name="connsiteX5" fmla="*/ 350985 w 3767302"/>
              <a:gd name="connsiteY5" fmla="*/ 307959 h 2283299"/>
              <a:gd name="connsiteX6" fmla="*/ 485058 w 3767302"/>
              <a:gd name="connsiteY6" fmla="*/ 206142 h 2283299"/>
              <a:gd name="connsiteX7" fmla="*/ 809535 w 3767302"/>
              <a:gd name="connsiteY7" fmla="*/ 152521 h 2283299"/>
              <a:gd name="connsiteX8" fmla="*/ 1458724 w 3767302"/>
              <a:gd name="connsiteY8" fmla="*/ 101721 h 2283299"/>
              <a:gd name="connsiteX9" fmla="*/ 2057035 w 3767302"/>
              <a:gd name="connsiteY9" fmla="*/ 67854 h 2283299"/>
              <a:gd name="connsiteX10" fmla="*/ 2466258 w 3767302"/>
              <a:gd name="connsiteY10" fmla="*/ 33988 h 2283299"/>
              <a:gd name="connsiteX11" fmla="*/ 2827502 w 3767302"/>
              <a:gd name="connsiteY11" fmla="*/ 19876 h 2283299"/>
              <a:gd name="connsiteX12" fmla="*/ 3476613 w 3767302"/>
              <a:gd name="connsiteY12" fmla="*/ 2943 h 2283299"/>
              <a:gd name="connsiteX13" fmla="*/ 3767302 w 3767302"/>
              <a:gd name="connsiteY13" fmla="*/ 121 h 2283299"/>
              <a:gd name="connsiteX0" fmla="*/ 10924 w 3767302"/>
              <a:gd name="connsiteY0" fmla="*/ 2283299 h 2283299"/>
              <a:gd name="connsiteX1" fmla="*/ 25035 w 3767302"/>
              <a:gd name="connsiteY1" fmla="*/ 931454 h 2283299"/>
              <a:gd name="connsiteX2" fmla="*/ 113970 w 3767302"/>
              <a:gd name="connsiteY2" fmla="*/ 646194 h 2283299"/>
              <a:gd name="connsiteX3" fmla="*/ 190120 w 3767302"/>
              <a:gd name="connsiteY3" fmla="*/ 510081 h 2283299"/>
              <a:gd name="connsiteX4" fmla="*/ 272435 w 3767302"/>
              <a:gd name="connsiteY4" fmla="*/ 388077 h 2283299"/>
              <a:gd name="connsiteX5" fmla="*/ 344881 w 3767302"/>
              <a:gd name="connsiteY5" fmla="*/ 301883 h 2283299"/>
              <a:gd name="connsiteX6" fmla="*/ 485058 w 3767302"/>
              <a:gd name="connsiteY6" fmla="*/ 206142 h 2283299"/>
              <a:gd name="connsiteX7" fmla="*/ 809535 w 3767302"/>
              <a:gd name="connsiteY7" fmla="*/ 152521 h 2283299"/>
              <a:gd name="connsiteX8" fmla="*/ 1458724 w 3767302"/>
              <a:gd name="connsiteY8" fmla="*/ 101721 h 2283299"/>
              <a:gd name="connsiteX9" fmla="*/ 2057035 w 3767302"/>
              <a:gd name="connsiteY9" fmla="*/ 67854 h 2283299"/>
              <a:gd name="connsiteX10" fmla="*/ 2466258 w 3767302"/>
              <a:gd name="connsiteY10" fmla="*/ 33988 h 2283299"/>
              <a:gd name="connsiteX11" fmla="*/ 2827502 w 3767302"/>
              <a:gd name="connsiteY11" fmla="*/ 19876 h 2283299"/>
              <a:gd name="connsiteX12" fmla="*/ 3476613 w 3767302"/>
              <a:gd name="connsiteY12" fmla="*/ 2943 h 2283299"/>
              <a:gd name="connsiteX13" fmla="*/ 3767302 w 3767302"/>
              <a:gd name="connsiteY13" fmla="*/ 121 h 2283299"/>
              <a:gd name="connsiteX0" fmla="*/ 1983 w 3781913"/>
              <a:gd name="connsiteY0" fmla="*/ 2283299 h 2283299"/>
              <a:gd name="connsiteX1" fmla="*/ 39646 w 3781913"/>
              <a:gd name="connsiteY1" fmla="*/ 931454 h 2283299"/>
              <a:gd name="connsiteX2" fmla="*/ 128581 w 3781913"/>
              <a:gd name="connsiteY2" fmla="*/ 646194 h 2283299"/>
              <a:gd name="connsiteX3" fmla="*/ 204731 w 3781913"/>
              <a:gd name="connsiteY3" fmla="*/ 510081 h 2283299"/>
              <a:gd name="connsiteX4" fmla="*/ 287046 w 3781913"/>
              <a:gd name="connsiteY4" fmla="*/ 388077 h 2283299"/>
              <a:gd name="connsiteX5" fmla="*/ 359492 w 3781913"/>
              <a:gd name="connsiteY5" fmla="*/ 301883 h 2283299"/>
              <a:gd name="connsiteX6" fmla="*/ 499669 w 3781913"/>
              <a:gd name="connsiteY6" fmla="*/ 206142 h 2283299"/>
              <a:gd name="connsiteX7" fmla="*/ 824146 w 3781913"/>
              <a:gd name="connsiteY7" fmla="*/ 152521 h 2283299"/>
              <a:gd name="connsiteX8" fmla="*/ 1473335 w 3781913"/>
              <a:gd name="connsiteY8" fmla="*/ 101721 h 2283299"/>
              <a:gd name="connsiteX9" fmla="*/ 2071646 w 3781913"/>
              <a:gd name="connsiteY9" fmla="*/ 67854 h 2283299"/>
              <a:gd name="connsiteX10" fmla="*/ 2480869 w 3781913"/>
              <a:gd name="connsiteY10" fmla="*/ 33988 h 2283299"/>
              <a:gd name="connsiteX11" fmla="*/ 2842113 w 3781913"/>
              <a:gd name="connsiteY11" fmla="*/ 19876 h 2283299"/>
              <a:gd name="connsiteX12" fmla="*/ 3491224 w 3781913"/>
              <a:gd name="connsiteY12" fmla="*/ 2943 h 2283299"/>
              <a:gd name="connsiteX13" fmla="*/ 3781913 w 3781913"/>
              <a:gd name="connsiteY13" fmla="*/ 121 h 2283299"/>
              <a:gd name="connsiteX0" fmla="*/ 1937 w 3781867"/>
              <a:gd name="connsiteY0" fmla="*/ 2283299 h 2283299"/>
              <a:gd name="connsiteX1" fmla="*/ 39600 w 3781867"/>
              <a:gd name="connsiteY1" fmla="*/ 931454 h 2283299"/>
              <a:gd name="connsiteX2" fmla="*/ 123164 w 3781867"/>
              <a:gd name="connsiteY2" fmla="*/ 632825 h 2283299"/>
              <a:gd name="connsiteX3" fmla="*/ 204685 w 3781867"/>
              <a:gd name="connsiteY3" fmla="*/ 510081 h 2283299"/>
              <a:gd name="connsiteX4" fmla="*/ 287000 w 3781867"/>
              <a:gd name="connsiteY4" fmla="*/ 388077 h 2283299"/>
              <a:gd name="connsiteX5" fmla="*/ 359446 w 3781867"/>
              <a:gd name="connsiteY5" fmla="*/ 301883 h 2283299"/>
              <a:gd name="connsiteX6" fmla="*/ 499623 w 3781867"/>
              <a:gd name="connsiteY6" fmla="*/ 206142 h 2283299"/>
              <a:gd name="connsiteX7" fmla="*/ 824100 w 3781867"/>
              <a:gd name="connsiteY7" fmla="*/ 152521 h 2283299"/>
              <a:gd name="connsiteX8" fmla="*/ 1473289 w 3781867"/>
              <a:gd name="connsiteY8" fmla="*/ 101721 h 2283299"/>
              <a:gd name="connsiteX9" fmla="*/ 2071600 w 3781867"/>
              <a:gd name="connsiteY9" fmla="*/ 67854 h 2283299"/>
              <a:gd name="connsiteX10" fmla="*/ 2480823 w 3781867"/>
              <a:gd name="connsiteY10" fmla="*/ 33988 h 2283299"/>
              <a:gd name="connsiteX11" fmla="*/ 2842067 w 3781867"/>
              <a:gd name="connsiteY11" fmla="*/ 19876 h 2283299"/>
              <a:gd name="connsiteX12" fmla="*/ 3491178 w 3781867"/>
              <a:gd name="connsiteY12" fmla="*/ 2943 h 2283299"/>
              <a:gd name="connsiteX13" fmla="*/ 3781867 w 3781867"/>
              <a:gd name="connsiteY13" fmla="*/ 121 h 2283299"/>
              <a:gd name="connsiteX0" fmla="*/ 1937 w 3781867"/>
              <a:gd name="connsiteY0" fmla="*/ 2283299 h 2283299"/>
              <a:gd name="connsiteX1" fmla="*/ 39600 w 3781867"/>
              <a:gd name="connsiteY1" fmla="*/ 931454 h 2283299"/>
              <a:gd name="connsiteX2" fmla="*/ 123164 w 3781867"/>
              <a:gd name="connsiteY2" fmla="*/ 632825 h 2283299"/>
              <a:gd name="connsiteX3" fmla="*/ 204685 w 3781867"/>
              <a:gd name="connsiteY3" fmla="*/ 510081 h 2283299"/>
              <a:gd name="connsiteX4" fmla="*/ 287000 w 3781867"/>
              <a:gd name="connsiteY4" fmla="*/ 388077 h 2283299"/>
              <a:gd name="connsiteX5" fmla="*/ 359446 w 3781867"/>
              <a:gd name="connsiteY5" fmla="*/ 301883 h 2283299"/>
              <a:gd name="connsiteX6" fmla="*/ 499623 w 3781867"/>
              <a:gd name="connsiteY6" fmla="*/ 206142 h 2283299"/>
              <a:gd name="connsiteX7" fmla="*/ 824100 w 3781867"/>
              <a:gd name="connsiteY7" fmla="*/ 152521 h 2283299"/>
              <a:gd name="connsiteX8" fmla="*/ 1473289 w 3781867"/>
              <a:gd name="connsiteY8" fmla="*/ 101721 h 2283299"/>
              <a:gd name="connsiteX9" fmla="*/ 2071600 w 3781867"/>
              <a:gd name="connsiteY9" fmla="*/ 67854 h 2283299"/>
              <a:gd name="connsiteX10" fmla="*/ 2480823 w 3781867"/>
              <a:gd name="connsiteY10" fmla="*/ 33988 h 2283299"/>
              <a:gd name="connsiteX11" fmla="*/ 2842067 w 3781867"/>
              <a:gd name="connsiteY11" fmla="*/ 19876 h 2283299"/>
              <a:gd name="connsiteX12" fmla="*/ 3491178 w 3781867"/>
              <a:gd name="connsiteY12" fmla="*/ 2943 h 2283299"/>
              <a:gd name="connsiteX13" fmla="*/ 3781867 w 3781867"/>
              <a:gd name="connsiteY13" fmla="*/ 121 h 2283299"/>
              <a:gd name="connsiteX0" fmla="*/ 1937 w 3781867"/>
              <a:gd name="connsiteY0" fmla="*/ 2283299 h 2283299"/>
              <a:gd name="connsiteX1" fmla="*/ 39600 w 3781867"/>
              <a:gd name="connsiteY1" fmla="*/ 931454 h 2283299"/>
              <a:gd name="connsiteX2" fmla="*/ 123164 w 3781867"/>
              <a:gd name="connsiteY2" fmla="*/ 632825 h 2283299"/>
              <a:gd name="connsiteX3" fmla="*/ 204685 w 3781867"/>
              <a:gd name="connsiteY3" fmla="*/ 510081 h 2283299"/>
              <a:gd name="connsiteX4" fmla="*/ 287000 w 3781867"/>
              <a:gd name="connsiteY4" fmla="*/ 388077 h 2283299"/>
              <a:gd name="connsiteX5" fmla="*/ 359446 w 3781867"/>
              <a:gd name="connsiteY5" fmla="*/ 301883 h 2283299"/>
              <a:gd name="connsiteX6" fmla="*/ 499623 w 3781867"/>
              <a:gd name="connsiteY6" fmla="*/ 206142 h 2283299"/>
              <a:gd name="connsiteX7" fmla="*/ 824100 w 3781867"/>
              <a:gd name="connsiteY7" fmla="*/ 152521 h 2283299"/>
              <a:gd name="connsiteX8" fmla="*/ 1473289 w 3781867"/>
              <a:gd name="connsiteY8" fmla="*/ 101721 h 2283299"/>
              <a:gd name="connsiteX9" fmla="*/ 2071600 w 3781867"/>
              <a:gd name="connsiteY9" fmla="*/ 67854 h 2283299"/>
              <a:gd name="connsiteX10" fmla="*/ 2480823 w 3781867"/>
              <a:gd name="connsiteY10" fmla="*/ 33988 h 2283299"/>
              <a:gd name="connsiteX11" fmla="*/ 2842067 w 3781867"/>
              <a:gd name="connsiteY11" fmla="*/ 19876 h 2283299"/>
              <a:gd name="connsiteX12" fmla="*/ 3491178 w 3781867"/>
              <a:gd name="connsiteY12" fmla="*/ 2943 h 2283299"/>
              <a:gd name="connsiteX13" fmla="*/ 3781867 w 3781867"/>
              <a:gd name="connsiteY13" fmla="*/ 121 h 2283299"/>
              <a:gd name="connsiteX0" fmla="*/ 2670 w 3782600"/>
              <a:gd name="connsiteY0" fmla="*/ 2283299 h 2283299"/>
              <a:gd name="connsiteX1" fmla="*/ 40333 w 3782600"/>
              <a:gd name="connsiteY1" fmla="*/ 931454 h 2283299"/>
              <a:gd name="connsiteX2" fmla="*/ 123897 w 3782600"/>
              <a:gd name="connsiteY2" fmla="*/ 632825 h 2283299"/>
              <a:gd name="connsiteX3" fmla="*/ 205418 w 3782600"/>
              <a:gd name="connsiteY3" fmla="*/ 510081 h 2283299"/>
              <a:gd name="connsiteX4" fmla="*/ 287733 w 3782600"/>
              <a:gd name="connsiteY4" fmla="*/ 388077 h 2283299"/>
              <a:gd name="connsiteX5" fmla="*/ 360179 w 3782600"/>
              <a:gd name="connsiteY5" fmla="*/ 301883 h 2283299"/>
              <a:gd name="connsiteX6" fmla="*/ 500356 w 3782600"/>
              <a:gd name="connsiteY6" fmla="*/ 206142 h 2283299"/>
              <a:gd name="connsiteX7" fmla="*/ 824833 w 3782600"/>
              <a:gd name="connsiteY7" fmla="*/ 152521 h 2283299"/>
              <a:gd name="connsiteX8" fmla="*/ 1474022 w 3782600"/>
              <a:gd name="connsiteY8" fmla="*/ 101721 h 2283299"/>
              <a:gd name="connsiteX9" fmla="*/ 2072333 w 3782600"/>
              <a:gd name="connsiteY9" fmla="*/ 67854 h 2283299"/>
              <a:gd name="connsiteX10" fmla="*/ 2481556 w 3782600"/>
              <a:gd name="connsiteY10" fmla="*/ 33988 h 2283299"/>
              <a:gd name="connsiteX11" fmla="*/ 2842800 w 3782600"/>
              <a:gd name="connsiteY11" fmla="*/ 19876 h 2283299"/>
              <a:gd name="connsiteX12" fmla="*/ 3491911 w 3782600"/>
              <a:gd name="connsiteY12" fmla="*/ 2943 h 2283299"/>
              <a:gd name="connsiteX13" fmla="*/ 3782600 w 3782600"/>
              <a:gd name="connsiteY13" fmla="*/ 121 h 2283299"/>
              <a:gd name="connsiteX0" fmla="*/ 2670 w 3782600"/>
              <a:gd name="connsiteY0" fmla="*/ 2283299 h 2283299"/>
              <a:gd name="connsiteX1" fmla="*/ 40333 w 3782600"/>
              <a:gd name="connsiteY1" fmla="*/ 931454 h 2283299"/>
              <a:gd name="connsiteX2" fmla="*/ 123897 w 3782600"/>
              <a:gd name="connsiteY2" fmla="*/ 632825 h 2283299"/>
              <a:gd name="connsiteX3" fmla="*/ 191990 w 3782600"/>
              <a:gd name="connsiteY3" fmla="*/ 504734 h 2283299"/>
              <a:gd name="connsiteX4" fmla="*/ 287733 w 3782600"/>
              <a:gd name="connsiteY4" fmla="*/ 388077 h 2283299"/>
              <a:gd name="connsiteX5" fmla="*/ 360179 w 3782600"/>
              <a:gd name="connsiteY5" fmla="*/ 301883 h 2283299"/>
              <a:gd name="connsiteX6" fmla="*/ 500356 w 3782600"/>
              <a:gd name="connsiteY6" fmla="*/ 206142 h 2283299"/>
              <a:gd name="connsiteX7" fmla="*/ 824833 w 3782600"/>
              <a:gd name="connsiteY7" fmla="*/ 152521 h 2283299"/>
              <a:gd name="connsiteX8" fmla="*/ 1474022 w 3782600"/>
              <a:gd name="connsiteY8" fmla="*/ 101721 h 2283299"/>
              <a:gd name="connsiteX9" fmla="*/ 2072333 w 3782600"/>
              <a:gd name="connsiteY9" fmla="*/ 67854 h 2283299"/>
              <a:gd name="connsiteX10" fmla="*/ 2481556 w 3782600"/>
              <a:gd name="connsiteY10" fmla="*/ 33988 h 2283299"/>
              <a:gd name="connsiteX11" fmla="*/ 2842800 w 3782600"/>
              <a:gd name="connsiteY11" fmla="*/ 19876 h 2283299"/>
              <a:gd name="connsiteX12" fmla="*/ 3491911 w 3782600"/>
              <a:gd name="connsiteY12" fmla="*/ 2943 h 2283299"/>
              <a:gd name="connsiteX13" fmla="*/ 3782600 w 3782600"/>
              <a:gd name="connsiteY13" fmla="*/ 121 h 2283299"/>
              <a:gd name="connsiteX0" fmla="*/ 2670 w 3782600"/>
              <a:gd name="connsiteY0" fmla="*/ 2283299 h 2283299"/>
              <a:gd name="connsiteX1" fmla="*/ 40333 w 3782600"/>
              <a:gd name="connsiteY1" fmla="*/ 931454 h 2283299"/>
              <a:gd name="connsiteX2" fmla="*/ 123897 w 3782600"/>
              <a:gd name="connsiteY2" fmla="*/ 632825 h 2283299"/>
              <a:gd name="connsiteX3" fmla="*/ 205418 w 3782600"/>
              <a:gd name="connsiteY3" fmla="*/ 510081 h 2283299"/>
              <a:gd name="connsiteX4" fmla="*/ 287733 w 3782600"/>
              <a:gd name="connsiteY4" fmla="*/ 388077 h 2283299"/>
              <a:gd name="connsiteX5" fmla="*/ 360179 w 3782600"/>
              <a:gd name="connsiteY5" fmla="*/ 301883 h 2283299"/>
              <a:gd name="connsiteX6" fmla="*/ 500356 w 3782600"/>
              <a:gd name="connsiteY6" fmla="*/ 206142 h 2283299"/>
              <a:gd name="connsiteX7" fmla="*/ 824833 w 3782600"/>
              <a:gd name="connsiteY7" fmla="*/ 152521 h 2283299"/>
              <a:gd name="connsiteX8" fmla="*/ 1474022 w 3782600"/>
              <a:gd name="connsiteY8" fmla="*/ 101721 h 2283299"/>
              <a:gd name="connsiteX9" fmla="*/ 2072333 w 3782600"/>
              <a:gd name="connsiteY9" fmla="*/ 67854 h 2283299"/>
              <a:gd name="connsiteX10" fmla="*/ 2481556 w 3782600"/>
              <a:gd name="connsiteY10" fmla="*/ 33988 h 2283299"/>
              <a:gd name="connsiteX11" fmla="*/ 2842800 w 3782600"/>
              <a:gd name="connsiteY11" fmla="*/ 19876 h 2283299"/>
              <a:gd name="connsiteX12" fmla="*/ 3491911 w 3782600"/>
              <a:gd name="connsiteY12" fmla="*/ 2943 h 2283299"/>
              <a:gd name="connsiteX13" fmla="*/ 3782600 w 3782600"/>
              <a:gd name="connsiteY13" fmla="*/ 121 h 2283299"/>
              <a:gd name="connsiteX0" fmla="*/ 2670 w 3782600"/>
              <a:gd name="connsiteY0" fmla="*/ 2283299 h 2283299"/>
              <a:gd name="connsiteX1" fmla="*/ 40333 w 3782600"/>
              <a:gd name="connsiteY1" fmla="*/ 931454 h 2283299"/>
              <a:gd name="connsiteX2" fmla="*/ 123897 w 3782600"/>
              <a:gd name="connsiteY2" fmla="*/ 632825 h 2283299"/>
              <a:gd name="connsiteX3" fmla="*/ 205418 w 3782600"/>
              <a:gd name="connsiteY3" fmla="*/ 510081 h 2283299"/>
              <a:gd name="connsiteX4" fmla="*/ 287733 w 3782600"/>
              <a:gd name="connsiteY4" fmla="*/ 388077 h 2283299"/>
              <a:gd name="connsiteX5" fmla="*/ 360179 w 3782600"/>
              <a:gd name="connsiteY5" fmla="*/ 301883 h 2283299"/>
              <a:gd name="connsiteX6" fmla="*/ 489613 w 3782600"/>
              <a:gd name="connsiteY6" fmla="*/ 230205 h 2283299"/>
              <a:gd name="connsiteX7" fmla="*/ 824833 w 3782600"/>
              <a:gd name="connsiteY7" fmla="*/ 152521 h 2283299"/>
              <a:gd name="connsiteX8" fmla="*/ 1474022 w 3782600"/>
              <a:gd name="connsiteY8" fmla="*/ 101721 h 2283299"/>
              <a:gd name="connsiteX9" fmla="*/ 2072333 w 3782600"/>
              <a:gd name="connsiteY9" fmla="*/ 67854 h 2283299"/>
              <a:gd name="connsiteX10" fmla="*/ 2481556 w 3782600"/>
              <a:gd name="connsiteY10" fmla="*/ 33988 h 2283299"/>
              <a:gd name="connsiteX11" fmla="*/ 2842800 w 3782600"/>
              <a:gd name="connsiteY11" fmla="*/ 19876 h 2283299"/>
              <a:gd name="connsiteX12" fmla="*/ 3491911 w 3782600"/>
              <a:gd name="connsiteY12" fmla="*/ 2943 h 2283299"/>
              <a:gd name="connsiteX13" fmla="*/ 3782600 w 3782600"/>
              <a:gd name="connsiteY13" fmla="*/ 121 h 2283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82600" h="2283299">
                <a:moveTo>
                  <a:pt x="2670" y="2283299"/>
                </a:moveTo>
                <a:cubicBezTo>
                  <a:pt x="-6737" y="1737904"/>
                  <a:pt x="9386" y="1086218"/>
                  <a:pt x="40333" y="931454"/>
                </a:cubicBezTo>
                <a:cubicBezTo>
                  <a:pt x="71280" y="776690"/>
                  <a:pt x="96383" y="703054"/>
                  <a:pt x="123897" y="632825"/>
                </a:cubicBezTo>
                <a:cubicBezTo>
                  <a:pt x="151411" y="562596"/>
                  <a:pt x="178112" y="550872"/>
                  <a:pt x="205418" y="510081"/>
                </a:cubicBezTo>
                <a:cubicBezTo>
                  <a:pt x="232724" y="469290"/>
                  <a:pt x="261940" y="422777"/>
                  <a:pt x="287733" y="388077"/>
                </a:cubicBezTo>
                <a:cubicBezTo>
                  <a:pt x="313526" y="353377"/>
                  <a:pt x="326532" y="328195"/>
                  <a:pt x="360179" y="301883"/>
                </a:cubicBezTo>
                <a:cubicBezTo>
                  <a:pt x="393826" y="275571"/>
                  <a:pt x="412171" y="255099"/>
                  <a:pt x="489613" y="230205"/>
                </a:cubicBezTo>
                <a:cubicBezTo>
                  <a:pt x="567055" y="205311"/>
                  <a:pt x="660765" y="173935"/>
                  <a:pt x="824833" y="152521"/>
                </a:cubicBezTo>
                <a:cubicBezTo>
                  <a:pt x="988901" y="131107"/>
                  <a:pt x="1266105" y="115832"/>
                  <a:pt x="1474022" y="101721"/>
                </a:cubicBezTo>
                <a:cubicBezTo>
                  <a:pt x="1681939" y="87610"/>
                  <a:pt x="1904411" y="79143"/>
                  <a:pt x="2072333" y="67854"/>
                </a:cubicBezTo>
                <a:cubicBezTo>
                  <a:pt x="2240255" y="56565"/>
                  <a:pt x="2353145" y="41984"/>
                  <a:pt x="2481556" y="33988"/>
                </a:cubicBezTo>
                <a:cubicBezTo>
                  <a:pt x="2609967" y="25992"/>
                  <a:pt x="2842800" y="19876"/>
                  <a:pt x="2842800" y="19876"/>
                </a:cubicBezTo>
                <a:lnTo>
                  <a:pt x="3491911" y="2943"/>
                </a:lnTo>
                <a:cubicBezTo>
                  <a:pt x="3648544" y="-349"/>
                  <a:pt x="3715572" y="-114"/>
                  <a:pt x="3782600" y="121"/>
                </a:cubicBezTo>
              </a:path>
            </a:pathLst>
          </a:custGeom>
          <a:noFill/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26680C0-9AEE-F601-C872-DEC4A035B5EE}"/>
              </a:ext>
            </a:extLst>
          </p:cNvPr>
          <p:cNvSpPr/>
          <p:nvPr/>
        </p:nvSpPr>
        <p:spPr>
          <a:xfrm>
            <a:off x="162253" y="288386"/>
            <a:ext cx="5927558" cy="2286001"/>
          </a:xfrm>
          <a:custGeom>
            <a:avLst/>
            <a:gdLst>
              <a:gd name="connsiteX0" fmla="*/ 0 w 5940926"/>
              <a:gd name="connsiteY0" fmla="*/ 2163011 h 2163011"/>
              <a:gd name="connsiteX1" fmla="*/ 13368 w 5940926"/>
              <a:gd name="connsiteY1" fmla="*/ 1655011 h 2163011"/>
              <a:gd name="connsiteX2" fmla="*/ 80210 w 5940926"/>
              <a:gd name="connsiteY2" fmla="*/ 1294063 h 2163011"/>
              <a:gd name="connsiteX3" fmla="*/ 237958 w 5940926"/>
              <a:gd name="connsiteY3" fmla="*/ 954506 h 2163011"/>
              <a:gd name="connsiteX4" fmla="*/ 1299410 w 5940926"/>
              <a:gd name="connsiteY4" fmla="*/ 427790 h 2163011"/>
              <a:gd name="connsiteX5" fmla="*/ 3320716 w 5940926"/>
              <a:gd name="connsiteY5" fmla="*/ 179137 h 2163011"/>
              <a:gd name="connsiteX6" fmla="*/ 5940926 w 5940926"/>
              <a:gd name="connsiteY6" fmla="*/ 0 h 2163011"/>
              <a:gd name="connsiteX0" fmla="*/ 0 w 5940926"/>
              <a:gd name="connsiteY0" fmla="*/ 2163011 h 2163011"/>
              <a:gd name="connsiteX1" fmla="*/ 13368 w 5940926"/>
              <a:gd name="connsiteY1" fmla="*/ 1655011 h 2163011"/>
              <a:gd name="connsiteX2" fmla="*/ 58821 w 5940926"/>
              <a:gd name="connsiteY2" fmla="*/ 1387642 h 2163011"/>
              <a:gd name="connsiteX3" fmla="*/ 237958 w 5940926"/>
              <a:gd name="connsiteY3" fmla="*/ 954506 h 2163011"/>
              <a:gd name="connsiteX4" fmla="*/ 1299410 w 5940926"/>
              <a:gd name="connsiteY4" fmla="*/ 427790 h 2163011"/>
              <a:gd name="connsiteX5" fmla="*/ 3320716 w 5940926"/>
              <a:gd name="connsiteY5" fmla="*/ 179137 h 2163011"/>
              <a:gd name="connsiteX6" fmla="*/ 5940926 w 5940926"/>
              <a:gd name="connsiteY6" fmla="*/ 0 h 2163011"/>
              <a:gd name="connsiteX0" fmla="*/ 0 w 5940926"/>
              <a:gd name="connsiteY0" fmla="*/ 2163011 h 2163011"/>
              <a:gd name="connsiteX1" fmla="*/ 13368 w 5940926"/>
              <a:gd name="connsiteY1" fmla="*/ 1655011 h 2163011"/>
              <a:gd name="connsiteX2" fmla="*/ 58821 w 5940926"/>
              <a:gd name="connsiteY2" fmla="*/ 1387642 h 2163011"/>
              <a:gd name="connsiteX3" fmla="*/ 237958 w 5940926"/>
              <a:gd name="connsiteY3" fmla="*/ 954506 h 2163011"/>
              <a:gd name="connsiteX4" fmla="*/ 1299410 w 5940926"/>
              <a:gd name="connsiteY4" fmla="*/ 427790 h 2163011"/>
              <a:gd name="connsiteX5" fmla="*/ 3320716 w 5940926"/>
              <a:gd name="connsiteY5" fmla="*/ 179137 h 2163011"/>
              <a:gd name="connsiteX6" fmla="*/ 5940926 w 5940926"/>
              <a:gd name="connsiteY6" fmla="*/ 0 h 2163011"/>
              <a:gd name="connsiteX0" fmla="*/ 0 w 5940926"/>
              <a:gd name="connsiteY0" fmla="*/ 2163011 h 2163011"/>
              <a:gd name="connsiteX1" fmla="*/ 13368 w 5940926"/>
              <a:gd name="connsiteY1" fmla="*/ 1655011 h 2163011"/>
              <a:gd name="connsiteX2" fmla="*/ 58821 w 5940926"/>
              <a:gd name="connsiteY2" fmla="*/ 1387642 h 2163011"/>
              <a:gd name="connsiteX3" fmla="*/ 237958 w 5940926"/>
              <a:gd name="connsiteY3" fmla="*/ 954506 h 2163011"/>
              <a:gd name="connsiteX4" fmla="*/ 1299410 w 5940926"/>
              <a:gd name="connsiteY4" fmla="*/ 427790 h 2163011"/>
              <a:gd name="connsiteX5" fmla="*/ 3320716 w 5940926"/>
              <a:gd name="connsiteY5" fmla="*/ 179137 h 2163011"/>
              <a:gd name="connsiteX6" fmla="*/ 5940926 w 5940926"/>
              <a:gd name="connsiteY6" fmla="*/ 0 h 2163011"/>
              <a:gd name="connsiteX0" fmla="*/ 0 w 5927558"/>
              <a:gd name="connsiteY0" fmla="*/ 2286001 h 2286001"/>
              <a:gd name="connsiteX1" fmla="*/ 13368 w 5927558"/>
              <a:gd name="connsiteY1" fmla="*/ 1778001 h 2286001"/>
              <a:gd name="connsiteX2" fmla="*/ 58821 w 5927558"/>
              <a:gd name="connsiteY2" fmla="*/ 1510632 h 2286001"/>
              <a:gd name="connsiteX3" fmla="*/ 237958 w 5927558"/>
              <a:gd name="connsiteY3" fmla="*/ 1077496 h 2286001"/>
              <a:gd name="connsiteX4" fmla="*/ 1299410 w 5927558"/>
              <a:gd name="connsiteY4" fmla="*/ 550780 h 2286001"/>
              <a:gd name="connsiteX5" fmla="*/ 3320716 w 5927558"/>
              <a:gd name="connsiteY5" fmla="*/ 302127 h 2286001"/>
              <a:gd name="connsiteX6" fmla="*/ 5927558 w 5927558"/>
              <a:gd name="connsiteY6" fmla="*/ 0 h 2286001"/>
              <a:gd name="connsiteX0" fmla="*/ 0 w 5927558"/>
              <a:gd name="connsiteY0" fmla="*/ 2286001 h 2286001"/>
              <a:gd name="connsiteX1" fmla="*/ 13368 w 5927558"/>
              <a:gd name="connsiteY1" fmla="*/ 1778001 h 2286001"/>
              <a:gd name="connsiteX2" fmla="*/ 58821 w 5927558"/>
              <a:gd name="connsiteY2" fmla="*/ 1510632 h 2286001"/>
              <a:gd name="connsiteX3" fmla="*/ 237958 w 5927558"/>
              <a:gd name="connsiteY3" fmla="*/ 1077496 h 2286001"/>
              <a:gd name="connsiteX4" fmla="*/ 1299410 w 5927558"/>
              <a:gd name="connsiteY4" fmla="*/ 550780 h 2286001"/>
              <a:gd name="connsiteX5" fmla="*/ 3320716 w 5927558"/>
              <a:gd name="connsiteY5" fmla="*/ 254001 h 2286001"/>
              <a:gd name="connsiteX6" fmla="*/ 5927558 w 5927558"/>
              <a:gd name="connsiteY6" fmla="*/ 0 h 2286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27558" h="2286001">
                <a:moveTo>
                  <a:pt x="0" y="2286001"/>
                </a:moveTo>
                <a:cubicBezTo>
                  <a:pt x="0" y="2104413"/>
                  <a:pt x="3565" y="1907229"/>
                  <a:pt x="13368" y="1778001"/>
                </a:cubicBezTo>
                <a:cubicBezTo>
                  <a:pt x="23171" y="1648773"/>
                  <a:pt x="32083" y="1646099"/>
                  <a:pt x="58821" y="1510632"/>
                </a:cubicBezTo>
                <a:cubicBezTo>
                  <a:pt x="85559" y="1375165"/>
                  <a:pt x="84666" y="1264208"/>
                  <a:pt x="237958" y="1077496"/>
                </a:cubicBezTo>
                <a:cubicBezTo>
                  <a:pt x="391250" y="890784"/>
                  <a:pt x="785617" y="688029"/>
                  <a:pt x="1299410" y="550780"/>
                </a:cubicBezTo>
                <a:cubicBezTo>
                  <a:pt x="1813203" y="413531"/>
                  <a:pt x="2547130" y="325299"/>
                  <a:pt x="3320716" y="254001"/>
                </a:cubicBezTo>
                <a:cubicBezTo>
                  <a:pt x="4094302" y="182703"/>
                  <a:pt x="5004246" y="53919"/>
                  <a:pt x="5927558" y="0"/>
                </a:cubicBezTo>
              </a:path>
            </a:pathLst>
          </a:custGeom>
          <a:noFill/>
          <a:ln w="28575"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6F31ABE5-89DE-A2B6-4901-5E25DDB8F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099" y="3190339"/>
            <a:ext cx="5439015" cy="212132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A60982A-6DF3-7FA0-1BF8-9931192FE9A0}"/>
              </a:ext>
            </a:extLst>
          </p:cNvPr>
          <p:cNvSpPr txBox="1"/>
          <p:nvPr/>
        </p:nvSpPr>
        <p:spPr>
          <a:xfrm>
            <a:off x="96715" y="5041037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CE5AC5-E1CC-8772-1726-228BAB5CAEA9}"/>
              </a:ext>
            </a:extLst>
          </p:cNvPr>
          <p:cNvSpPr txBox="1"/>
          <p:nvPr/>
        </p:nvSpPr>
        <p:spPr>
          <a:xfrm>
            <a:off x="96715" y="4136093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BF2BDD-4D47-99D5-84C3-98F092FB9E6C}"/>
              </a:ext>
            </a:extLst>
          </p:cNvPr>
          <p:cNvSpPr txBox="1"/>
          <p:nvPr/>
        </p:nvSpPr>
        <p:spPr>
          <a:xfrm>
            <a:off x="96715" y="3085233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936195-B0DB-A6AA-D189-C5E3EDC7A4B9}"/>
              </a:ext>
            </a:extLst>
          </p:cNvPr>
          <p:cNvSpPr txBox="1"/>
          <p:nvPr/>
        </p:nvSpPr>
        <p:spPr>
          <a:xfrm>
            <a:off x="96715" y="3610663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75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CAF742-0FA9-3CF7-A434-78898D84086F}"/>
              </a:ext>
            </a:extLst>
          </p:cNvPr>
          <p:cNvSpPr txBox="1"/>
          <p:nvPr/>
        </p:nvSpPr>
        <p:spPr>
          <a:xfrm>
            <a:off x="96715" y="4661523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ACB4B7-48BE-4A86-CDA0-950FA89497AB}"/>
              </a:ext>
            </a:extLst>
          </p:cNvPr>
          <p:cNvSpPr txBox="1"/>
          <p:nvPr/>
        </p:nvSpPr>
        <p:spPr>
          <a:xfrm rot="16200000">
            <a:off x="-1054605" y="4268841"/>
            <a:ext cx="23246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Percentiles [%]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D0FC483-395F-2E2F-4C4F-6A293F4FAFD7}"/>
              </a:ext>
            </a:extLst>
          </p:cNvPr>
          <p:cNvSpPr txBox="1"/>
          <p:nvPr/>
        </p:nvSpPr>
        <p:spPr>
          <a:xfrm>
            <a:off x="435099" y="5409070"/>
            <a:ext cx="54390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tp [mm/24h]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083195-70F1-A78E-91B3-3256E6FD81C9}"/>
              </a:ext>
            </a:extLst>
          </p:cNvPr>
          <p:cNvSpPr txBox="1"/>
          <p:nvPr/>
        </p:nvSpPr>
        <p:spPr>
          <a:xfrm>
            <a:off x="263223" y="525199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1866C06-89DD-DA2D-BAC1-5EBA7B6BBD95}"/>
              </a:ext>
            </a:extLst>
          </p:cNvPr>
          <p:cNvSpPr txBox="1"/>
          <p:nvPr/>
        </p:nvSpPr>
        <p:spPr>
          <a:xfrm>
            <a:off x="1163762" y="525199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20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15A21C-EBC5-363B-7576-42CEA92475B6}"/>
              </a:ext>
            </a:extLst>
          </p:cNvPr>
          <p:cNvSpPr txBox="1"/>
          <p:nvPr/>
        </p:nvSpPr>
        <p:spPr>
          <a:xfrm>
            <a:off x="2064301" y="525199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86F843-FE2D-04BA-EA12-4439F12E492E}"/>
              </a:ext>
            </a:extLst>
          </p:cNvPr>
          <p:cNvSpPr txBox="1"/>
          <p:nvPr/>
        </p:nvSpPr>
        <p:spPr>
          <a:xfrm>
            <a:off x="2964840" y="525199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60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87EBE8-23A0-D194-1DFE-0C13422F7B56}"/>
              </a:ext>
            </a:extLst>
          </p:cNvPr>
          <p:cNvSpPr txBox="1"/>
          <p:nvPr/>
        </p:nvSpPr>
        <p:spPr>
          <a:xfrm>
            <a:off x="3865379" y="525199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80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80BAB6-6C29-B51E-3E0E-B6804F8BABAE}"/>
              </a:ext>
            </a:extLst>
          </p:cNvPr>
          <p:cNvSpPr txBox="1"/>
          <p:nvPr/>
        </p:nvSpPr>
        <p:spPr>
          <a:xfrm>
            <a:off x="5666456" y="525199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120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9F95F1-30B1-D33F-E869-A7DCC4AE41CF}"/>
              </a:ext>
            </a:extLst>
          </p:cNvPr>
          <p:cNvSpPr txBox="1"/>
          <p:nvPr/>
        </p:nvSpPr>
        <p:spPr>
          <a:xfrm>
            <a:off x="4765918" y="5251994"/>
            <a:ext cx="4058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chemeClr val="tx1">
                    <a:lumMod val="85000"/>
                    <a:lumOff val="15000"/>
                  </a:schemeClr>
                </a:solidFill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840283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586</Words>
  <Application>Microsoft Office PowerPoint</Application>
  <PresentationFormat>Custom</PresentationFormat>
  <Paragraphs>185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Cambria Math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Fatima Maria Pillosu</dc:creator>
  <cp:lastModifiedBy>Fatima Maria Pillosu</cp:lastModifiedBy>
  <cp:revision>1</cp:revision>
  <dcterms:created xsi:type="dcterms:W3CDTF">2024-10-09T08:43:31Z</dcterms:created>
  <dcterms:modified xsi:type="dcterms:W3CDTF">2026-02-08T23:20:40Z</dcterms:modified>
</cp:coreProperties>
</file>