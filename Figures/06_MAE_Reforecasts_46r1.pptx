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9" r:id="rId2"/>
  </p:sldIdLst>
  <p:sldSz cx="594042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FFF"/>
    <a:srgbClr val="FF0D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74206C-7E63-4CA2-B3B5-754B6D751E23}" v="2" dt="2026-02-08T23:48:30.1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4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5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addSld delSld modSld sldOrd">
      <pc:chgData name="Fatima Pillosu" userId="a6295d4dc9e22643" providerId="LiveId" clId="{87453732-75AC-4426-B5D3-B7C69C2D4F54}" dt="2026-02-08T23:48:57.124" v="1388" actId="166"/>
      <pc:docMkLst>
        <pc:docMk/>
      </pc:docMkLst>
      <pc:sldChg chg="addSp delSp modSp add mod">
        <pc:chgData name="Fatima Pillosu" userId="a6295d4dc9e22643" providerId="LiveId" clId="{87453732-75AC-4426-B5D3-B7C69C2D4F54}" dt="2026-02-08T23:48:57.124" v="1388" actId="166"/>
        <pc:sldMkLst>
          <pc:docMk/>
          <pc:sldMk cId="3081413607" sldId="259"/>
        </pc:sldMkLst>
        <pc:spChg chg="mod">
          <ac:chgData name="Fatima Pillosu" userId="a6295d4dc9e22643" providerId="LiveId" clId="{87453732-75AC-4426-B5D3-B7C69C2D4F54}" dt="2026-02-08T23:48:13.721" v="1381"/>
          <ac:spMkLst>
            <pc:docMk/>
            <pc:sldMk cId="3081413607" sldId="259"/>
            <ac:spMk id="8" creationId="{BF45768F-A970-A60A-3D5F-A761CFB8EC19}"/>
          </ac:spMkLst>
        </pc:spChg>
        <pc:spChg chg="mod">
          <ac:chgData name="Fatima Pillosu" userId="a6295d4dc9e22643" providerId="LiveId" clId="{87453732-75AC-4426-B5D3-B7C69C2D4F54}" dt="2026-02-08T23:48:13.721" v="1381"/>
          <ac:spMkLst>
            <pc:docMk/>
            <pc:sldMk cId="3081413607" sldId="259"/>
            <ac:spMk id="9" creationId="{18AFC624-F029-FF72-9653-5327D3952F44}"/>
          </ac:spMkLst>
        </pc:spChg>
        <pc:spChg chg="mod">
          <ac:chgData name="Fatima Pillosu" userId="a6295d4dc9e22643" providerId="LiveId" clId="{87453732-75AC-4426-B5D3-B7C69C2D4F54}" dt="2026-02-08T23:48:13.721" v="1381"/>
          <ac:spMkLst>
            <pc:docMk/>
            <pc:sldMk cId="3081413607" sldId="259"/>
            <ac:spMk id="10" creationId="{27A87AE8-9DA2-9D40-8E63-525A7EE0BDDA}"/>
          </ac:spMkLst>
        </pc:spChg>
        <pc:spChg chg="mod">
          <ac:chgData name="Fatima Pillosu" userId="a6295d4dc9e22643" providerId="LiveId" clId="{87453732-75AC-4426-B5D3-B7C69C2D4F54}" dt="2026-02-08T23:48:13.721" v="1381"/>
          <ac:spMkLst>
            <pc:docMk/>
            <pc:sldMk cId="3081413607" sldId="259"/>
            <ac:spMk id="13" creationId="{64B63EF4-8D01-B52F-48AD-B3C22411A5F2}"/>
          </ac:spMkLst>
        </pc:spChg>
        <pc:spChg chg="mod">
          <ac:chgData name="Fatima Pillosu" userId="a6295d4dc9e22643" providerId="LiveId" clId="{87453732-75AC-4426-B5D3-B7C69C2D4F54}" dt="2026-02-08T23:48:13.721" v="1381"/>
          <ac:spMkLst>
            <pc:docMk/>
            <pc:sldMk cId="3081413607" sldId="259"/>
            <ac:spMk id="15" creationId="{DE4902F1-AD89-C4FB-B3C7-377771A58E9F}"/>
          </ac:spMkLst>
        </pc:spChg>
        <pc:spChg chg="mod">
          <ac:chgData name="Fatima Pillosu" userId="a6295d4dc9e22643" providerId="LiveId" clId="{87453732-75AC-4426-B5D3-B7C69C2D4F54}" dt="2026-02-08T23:48:13.721" v="1381"/>
          <ac:spMkLst>
            <pc:docMk/>
            <pc:sldMk cId="3081413607" sldId="259"/>
            <ac:spMk id="18" creationId="{D78F45F1-A60B-2EDA-86A5-5B41340D67D6}"/>
          </ac:spMkLst>
        </pc:spChg>
        <pc:spChg chg="mod">
          <ac:chgData name="Fatima Pillosu" userId="a6295d4dc9e22643" providerId="LiveId" clId="{87453732-75AC-4426-B5D3-B7C69C2D4F54}" dt="2026-02-08T23:48:13.721" v="1381"/>
          <ac:spMkLst>
            <pc:docMk/>
            <pc:sldMk cId="3081413607" sldId="259"/>
            <ac:spMk id="19" creationId="{B53CFE38-6010-FDF2-4A50-003A7A8A2BA0}"/>
          </ac:spMkLst>
        </pc:spChg>
        <pc:spChg chg="mod">
          <ac:chgData name="Fatima Pillosu" userId="a6295d4dc9e22643" providerId="LiveId" clId="{87453732-75AC-4426-B5D3-B7C69C2D4F54}" dt="2026-02-03T22:17:15.426" v="1303" actId="20577"/>
          <ac:spMkLst>
            <pc:docMk/>
            <pc:sldMk cId="3081413607" sldId="259"/>
            <ac:spMk id="139" creationId="{61DB31CB-6F29-BDDB-00CC-3A55EEB9D7DF}"/>
          </ac:spMkLst>
        </pc:spChg>
        <pc:grpChg chg="add mod">
          <ac:chgData name="Fatima Pillosu" userId="a6295d4dc9e22643" providerId="LiveId" clId="{87453732-75AC-4426-B5D3-B7C69C2D4F54}" dt="2026-02-08T23:48:13.721" v="1381"/>
          <ac:grpSpMkLst>
            <pc:docMk/>
            <pc:sldMk cId="3081413607" sldId="259"/>
            <ac:grpSpMk id="3" creationId="{31A13023-9D3A-A8CE-1D80-76E9DEB2D3DB}"/>
          </ac:grpSpMkLst>
        </pc:grpChg>
        <pc:grpChg chg="del">
          <ac:chgData name="Fatima Pillosu" userId="a6295d4dc9e22643" providerId="LiveId" clId="{87453732-75AC-4426-B5D3-B7C69C2D4F54}" dt="2026-02-08T23:47:59.059" v="1379" actId="478"/>
          <ac:grpSpMkLst>
            <pc:docMk/>
            <pc:sldMk cId="3081413607" sldId="259"/>
            <ac:grpSpMk id="5" creationId="{32D0AE9E-ECEE-393F-0878-1994B4F5CA7F}"/>
          </ac:grpSpMkLst>
        </pc:grpChg>
        <pc:picChg chg="add mod ord">
          <ac:chgData name="Fatima Pillosu" userId="a6295d4dc9e22643" providerId="LiveId" clId="{87453732-75AC-4426-B5D3-B7C69C2D4F54}" dt="2026-02-03T22:16:38.645" v="1259" actId="167"/>
          <ac:picMkLst>
            <pc:docMk/>
            <pc:sldMk cId="3081413607" sldId="259"/>
            <ac:picMk id="4" creationId="{B6534C42-605F-567D-44D6-DF7BE4EE44B7}"/>
          </ac:picMkLst>
        </pc:picChg>
        <pc:picChg chg="add del mod ord">
          <ac:chgData name="Fatima Pillosu" userId="a6295d4dc9e22643" providerId="LiveId" clId="{87453732-75AC-4426-B5D3-B7C69C2D4F54}" dt="2026-02-08T23:48:05.020" v="1380" actId="478"/>
          <ac:picMkLst>
            <pc:docMk/>
            <pc:sldMk cId="3081413607" sldId="259"/>
            <ac:picMk id="6" creationId="{D0967105-9236-EC17-4944-8786D54BAAB5}"/>
          </ac:picMkLst>
        </pc:picChg>
        <pc:picChg chg="mod">
          <ac:chgData name="Fatima Pillosu" userId="a6295d4dc9e22643" providerId="LiveId" clId="{87453732-75AC-4426-B5D3-B7C69C2D4F54}" dt="2026-02-08T23:48:13.721" v="1381"/>
          <ac:picMkLst>
            <pc:docMk/>
            <pc:sldMk cId="3081413607" sldId="259"/>
            <ac:picMk id="20" creationId="{FD3428E5-2FD6-6135-9624-DF6524F8C46E}"/>
          </ac:picMkLst>
        </pc:picChg>
        <pc:picChg chg="add del mod">
          <ac:chgData name="Fatima Pillosu" userId="a6295d4dc9e22643" providerId="LiveId" clId="{87453732-75AC-4426-B5D3-B7C69C2D4F54}" dt="2026-02-08T23:48:48.104" v="1387" actId="478"/>
          <ac:picMkLst>
            <pc:docMk/>
            <pc:sldMk cId="3081413607" sldId="259"/>
            <ac:picMk id="21" creationId="{CFEFF4D4-928F-281B-A0F4-BC415B6DCB6E}"/>
          </ac:picMkLst>
        </pc:picChg>
        <pc:picChg chg="add mod ord">
          <ac:chgData name="Fatima Pillosu" userId="a6295d4dc9e22643" providerId="LiveId" clId="{87453732-75AC-4426-B5D3-B7C69C2D4F54}" dt="2026-02-08T23:48:57.124" v="1388" actId="166"/>
          <ac:picMkLst>
            <pc:docMk/>
            <pc:sldMk cId="3081413607" sldId="259"/>
            <ac:picMk id="22" creationId="{CCEF5201-407C-92CE-B792-33A55602D29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001553"/>
            <a:ext cx="5049361" cy="2130602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3214319"/>
            <a:ext cx="4455319" cy="1477538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19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90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1525705"/>
            <a:ext cx="5123617" cy="2545672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4095460"/>
            <a:ext cx="5123617" cy="1338709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/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75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75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30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31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25825"/>
            <a:ext cx="5123617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1500205"/>
            <a:ext cx="2513078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235432"/>
            <a:ext cx="251307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1500205"/>
            <a:ext cx="2525454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235432"/>
            <a:ext cx="2525454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345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238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20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881141"/>
            <a:ext cx="3007340" cy="4349034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47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881141"/>
            <a:ext cx="3007340" cy="4349034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595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86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325823"/>
            <a:ext cx="1280904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325823"/>
            <a:ext cx="3768457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671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325825"/>
            <a:ext cx="5123617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1629117"/>
            <a:ext cx="5123617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5672162"/>
            <a:ext cx="200489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87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DC40B-A176-7ECF-6BBD-5A195FEFB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534C42-605F-567D-44D6-DF7BE4EE4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3" y="2441756"/>
            <a:ext cx="5616000" cy="281166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BE159EE6-A367-1B6C-3BC4-F29CDF920708}"/>
              </a:ext>
            </a:extLst>
          </p:cNvPr>
          <p:cNvSpPr txBox="1"/>
          <p:nvPr/>
        </p:nvSpPr>
        <p:spPr>
          <a:xfrm>
            <a:off x="1954403" y="2260632"/>
            <a:ext cx="4427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D73E53-CD9C-573F-76CB-BEC6ACE0F9A4}"/>
              </a:ext>
            </a:extLst>
          </p:cNvPr>
          <p:cNvSpPr txBox="1"/>
          <p:nvPr/>
        </p:nvSpPr>
        <p:spPr>
          <a:xfrm>
            <a:off x="2928331" y="2260632"/>
            <a:ext cx="354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3F56C4-F15B-63F2-F00F-D30D7B2E9D82}"/>
              </a:ext>
            </a:extLst>
          </p:cNvPr>
          <p:cNvSpPr txBox="1"/>
          <p:nvPr/>
        </p:nvSpPr>
        <p:spPr>
          <a:xfrm>
            <a:off x="3830781" y="2260632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1776F6-AB53-FC69-5A4C-C24A965FBD7C}"/>
              </a:ext>
            </a:extLst>
          </p:cNvPr>
          <p:cNvSpPr txBox="1"/>
          <p:nvPr/>
        </p:nvSpPr>
        <p:spPr>
          <a:xfrm>
            <a:off x="4731002" y="2260632"/>
            <a:ext cx="463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1DB31CB-6F29-BDDB-00CC-3A55EEB9D7DF}"/>
              </a:ext>
            </a:extLst>
          </p:cNvPr>
          <p:cNvSpPr txBox="1"/>
          <p:nvPr/>
        </p:nvSpPr>
        <p:spPr>
          <a:xfrm>
            <a:off x="-46666" y="-31190"/>
            <a:ext cx="9370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Normalized Mean Absolute Error (MAE</a:t>
            </a:r>
            <a:r>
              <a:rPr lang="en-US" sz="1000" b="1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) for 24-hourly total precipitation</a:t>
            </a:r>
          </a:p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ECMWF Reforecasts – 46r1 (18 km)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61B48D9-06B1-52A0-39A1-494E244D3849}"/>
              </a:ext>
            </a:extLst>
          </p:cNvPr>
          <p:cNvSpPr txBox="1"/>
          <p:nvPr/>
        </p:nvSpPr>
        <p:spPr>
          <a:xfrm>
            <a:off x="996049" y="2260632"/>
            <a:ext cx="4972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83AC7B-BE5C-07D2-8D20-01C34890208C}"/>
              </a:ext>
            </a:extLst>
          </p:cNvPr>
          <p:cNvGrpSpPr/>
          <p:nvPr/>
        </p:nvGrpSpPr>
        <p:grpSpPr>
          <a:xfrm>
            <a:off x="678306" y="655958"/>
            <a:ext cx="4583813" cy="1077709"/>
            <a:chOff x="682004" y="494033"/>
            <a:chExt cx="4583813" cy="1077709"/>
          </a:xfrm>
        </p:grpSpPr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A128C81D-4364-F03F-DFDE-89073AC6ADE9}"/>
                </a:ext>
              </a:extLst>
            </p:cNvPr>
            <p:cNvSpPr txBox="1"/>
            <p:nvPr/>
          </p:nvSpPr>
          <p:spPr>
            <a:xfrm>
              <a:off x="2758669" y="508630"/>
              <a:ext cx="25071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North America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170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15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°N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, 50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South America [15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100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W]</a:t>
              </a:r>
              <a:endParaRPr lang="en-GB" sz="800" dirty="0">
                <a:solidFill>
                  <a:srgbClr val="FF0000"/>
                </a:solidFill>
                <a:latin typeface="Aptos" panose="020B0004020202020204" pitchFamily="34" charset="0"/>
              </a:endParaRP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Europe &amp; Mediterranean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Africa &amp; Arabian Peninsula [30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40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Asia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E, 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180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Oceania [5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180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814973F-FDD8-EEB6-C020-C3194EEF7068}"/>
                </a:ext>
              </a:extLst>
            </p:cNvPr>
            <p:cNvGrpSpPr/>
            <p:nvPr/>
          </p:nvGrpSpPr>
          <p:grpSpPr>
            <a:xfrm>
              <a:off x="682004" y="494033"/>
              <a:ext cx="2053721" cy="1077709"/>
              <a:chOff x="1144326" y="680598"/>
              <a:chExt cx="2053721" cy="1077709"/>
            </a:xfrm>
          </p:grpSpPr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ECA3450D-5D63-9F51-902D-3312F91E8C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4048" y="680598"/>
                <a:ext cx="1703999" cy="843235"/>
              </a:xfrm>
              <a:prstGeom prst="rect">
                <a:avLst/>
              </a:prstGeom>
            </p:spPr>
          </p:pic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C80550D0-3088-7D71-6641-2DB9E7673A70}"/>
                  </a:ext>
                </a:extLst>
              </p:cNvPr>
              <p:cNvSpPr txBox="1"/>
              <p:nvPr/>
            </p:nvSpPr>
            <p:spPr>
              <a:xfrm>
                <a:off x="1144326" y="711912"/>
                <a:ext cx="4235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EB0656A0-CEB5-F9D0-6C1A-020E265AA784}"/>
                  </a:ext>
                </a:extLst>
              </p:cNvPr>
              <p:cNvSpPr txBox="1"/>
              <p:nvPr/>
            </p:nvSpPr>
            <p:spPr>
              <a:xfrm>
                <a:off x="1144326" y="854496"/>
                <a:ext cx="4235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30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24DF2F92-5BC7-574B-FF5A-53968F78033E}"/>
                  </a:ext>
                </a:extLst>
              </p:cNvPr>
              <p:cNvSpPr txBox="1"/>
              <p:nvPr/>
            </p:nvSpPr>
            <p:spPr>
              <a:xfrm>
                <a:off x="1198828" y="997080"/>
                <a:ext cx="36901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60AE112E-CB08-1A33-7639-48037FB6200A}"/>
                  </a:ext>
                </a:extLst>
              </p:cNvPr>
              <p:cNvSpPr txBox="1"/>
              <p:nvPr/>
            </p:nvSpPr>
            <p:spPr>
              <a:xfrm>
                <a:off x="1158754" y="1139664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30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B828A708-C01A-71F7-FD72-52DBABD0AE33}"/>
                  </a:ext>
                </a:extLst>
              </p:cNvPr>
              <p:cNvSpPr txBox="1"/>
              <p:nvPr/>
            </p:nvSpPr>
            <p:spPr>
              <a:xfrm>
                <a:off x="1158754" y="1282249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328252E0-B525-C99B-8D1B-736EFBD3A082}"/>
                  </a:ext>
                </a:extLst>
              </p:cNvPr>
              <p:cNvSpPr txBox="1"/>
              <p:nvPr/>
            </p:nvSpPr>
            <p:spPr>
              <a:xfrm rot="-1800000">
                <a:off x="1838690" y="1529238"/>
                <a:ext cx="4427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1EEEB52C-552C-778A-B6EB-E0BCB436AF40}"/>
                  </a:ext>
                </a:extLst>
              </p:cNvPr>
              <p:cNvSpPr txBox="1"/>
              <p:nvPr/>
            </p:nvSpPr>
            <p:spPr>
              <a:xfrm rot="-1800000">
                <a:off x="2167487" y="1507197"/>
                <a:ext cx="35458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E0E323EC-0D50-CEC2-949E-F9B94C6746B0}"/>
                  </a:ext>
                </a:extLst>
              </p:cNvPr>
              <p:cNvSpPr txBox="1"/>
              <p:nvPr/>
            </p:nvSpPr>
            <p:spPr>
              <a:xfrm rot="-1800000">
                <a:off x="2425909" y="1520822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8C6CB85B-A39F-FC19-8A20-EA51E3F4DDE4}"/>
                  </a:ext>
                </a:extLst>
              </p:cNvPr>
              <p:cNvSpPr txBox="1"/>
              <p:nvPr/>
            </p:nvSpPr>
            <p:spPr>
              <a:xfrm rot="-1800000">
                <a:off x="2685130" y="1534447"/>
                <a:ext cx="46358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120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CDF08338-6138-C3D6-31D0-AA32EC3315D3}"/>
                  </a:ext>
                </a:extLst>
              </p:cNvPr>
              <p:cNvSpPr txBox="1"/>
              <p:nvPr/>
            </p:nvSpPr>
            <p:spPr>
              <a:xfrm rot="-1800000">
                <a:off x="1528588" y="1542863"/>
                <a:ext cx="49725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120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1A421B0-566B-2612-27AE-1B4007101194}"/>
              </a:ext>
            </a:extLst>
          </p:cNvPr>
          <p:cNvSpPr txBox="1"/>
          <p:nvPr/>
        </p:nvSpPr>
        <p:spPr>
          <a:xfrm>
            <a:off x="-90371" y="2802070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D8286-CD79-BDF7-BC70-71A85376FFA7}"/>
              </a:ext>
            </a:extLst>
          </p:cNvPr>
          <p:cNvSpPr txBox="1"/>
          <p:nvPr/>
        </p:nvSpPr>
        <p:spPr>
          <a:xfrm>
            <a:off x="-90371" y="3269368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A0AD0C-79E9-B9B6-D886-038F8EE7DE66}"/>
              </a:ext>
            </a:extLst>
          </p:cNvPr>
          <p:cNvSpPr txBox="1"/>
          <p:nvPr/>
        </p:nvSpPr>
        <p:spPr>
          <a:xfrm>
            <a:off x="-35869" y="3736666"/>
            <a:ext cx="3690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F814A3-2BA7-6CEF-2304-1E90ADF04597}"/>
              </a:ext>
            </a:extLst>
          </p:cNvPr>
          <p:cNvSpPr txBox="1"/>
          <p:nvPr/>
        </p:nvSpPr>
        <p:spPr>
          <a:xfrm>
            <a:off x="-75943" y="420396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BD281B-0E2E-C514-663C-C88EA30B003D}"/>
              </a:ext>
            </a:extLst>
          </p:cNvPr>
          <p:cNvSpPr txBox="1"/>
          <p:nvPr/>
        </p:nvSpPr>
        <p:spPr>
          <a:xfrm>
            <a:off x="-75943" y="467126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C57A80-9E81-74DA-829E-F8A574E736C9}"/>
              </a:ext>
            </a:extLst>
          </p:cNvPr>
          <p:cNvSpPr txBox="1"/>
          <p:nvPr/>
        </p:nvSpPr>
        <p:spPr>
          <a:xfrm>
            <a:off x="-46666" y="1774587"/>
            <a:ext cx="59870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(b)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values at each rain gauge station (map plot), aggregated per domain (piecharts), and piecharts’ numerical values (table)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7212C3-A79E-1EBE-485E-9F9809B8901A}"/>
              </a:ext>
            </a:extLst>
          </p:cNvPr>
          <p:cNvSpPr txBox="1"/>
          <p:nvPr/>
        </p:nvSpPr>
        <p:spPr>
          <a:xfrm>
            <a:off x="-46666" y="421629"/>
            <a:ext cx="25071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a) Domains to create the piecharts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1A13023-9D3A-A8CE-1D80-76E9DEB2D3DB}"/>
              </a:ext>
            </a:extLst>
          </p:cNvPr>
          <p:cNvGrpSpPr/>
          <p:nvPr/>
        </p:nvGrpSpPr>
        <p:grpSpPr>
          <a:xfrm>
            <a:off x="584386" y="1933146"/>
            <a:ext cx="5039656" cy="324080"/>
            <a:chOff x="388803" y="1933146"/>
            <a:chExt cx="5039656" cy="32408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A511BBA-3D84-78A8-0F45-90214FA6F0F7}"/>
                </a:ext>
              </a:extLst>
            </p:cNvPr>
            <p:cNvGrpSpPr/>
            <p:nvPr/>
          </p:nvGrpSpPr>
          <p:grpSpPr>
            <a:xfrm>
              <a:off x="865097" y="1933146"/>
              <a:ext cx="4563362" cy="324080"/>
              <a:chOff x="781948" y="1625195"/>
              <a:chExt cx="4563362" cy="324080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AFC624-F029-FF72-9653-5327D3952F44}"/>
                  </a:ext>
                </a:extLst>
              </p:cNvPr>
              <p:cNvSpPr txBox="1"/>
              <p:nvPr/>
            </p:nvSpPr>
            <p:spPr>
              <a:xfrm>
                <a:off x="781948" y="1625195"/>
                <a:ext cx="23916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A87AE8-9DA2-9D40-8E63-525A7EE0BDDA}"/>
                  </a:ext>
                </a:extLst>
              </p:cNvPr>
              <p:cNvSpPr txBox="1"/>
              <p:nvPr/>
            </p:nvSpPr>
            <p:spPr>
              <a:xfrm>
                <a:off x="1560889" y="1625195"/>
                <a:ext cx="32252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0.1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B63EF4-8D01-B52F-48AD-B3C22411A5F2}"/>
                  </a:ext>
                </a:extLst>
              </p:cNvPr>
              <p:cNvSpPr txBox="1"/>
              <p:nvPr/>
            </p:nvSpPr>
            <p:spPr>
              <a:xfrm>
                <a:off x="2388727" y="1625195"/>
                <a:ext cx="32252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0.3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4902F1-AD89-C4FB-B3C7-377771A58E9F}"/>
                  </a:ext>
                </a:extLst>
              </p:cNvPr>
              <p:cNvSpPr txBox="1"/>
              <p:nvPr/>
            </p:nvSpPr>
            <p:spPr>
              <a:xfrm>
                <a:off x="3240196" y="1625195"/>
                <a:ext cx="32252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0.5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78F45F1-A60B-2EDA-86A5-5B41340D67D6}"/>
                  </a:ext>
                </a:extLst>
              </p:cNvPr>
              <p:cNvSpPr txBox="1"/>
              <p:nvPr/>
            </p:nvSpPr>
            <p:spPr>
              <a:xfrm>
                <a:off x="4117248" y="1625195"/>
                <a:ext cx="23916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3CFE38-6010-FDF2-4A50-003A7A8A2BA0}"/>
                  </a:ext>
                </a:extLst>
              </p:cNvPr>
              <p:cNvSpPr txBox="1"/>
              <p:nvPr/>
            </p:nvSpPr>
            <p:spPr>
              <a:xfrm>
                <a:off x="4880118" y="1625195"/>
                <a:ext cx="46519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100 [-]</a:t>
                </a:r>
              </a:p>
            </p:txBody>
          </p:sp>
          <p:pic>
            <p:nvPicPr>
              <p:cNvPr id="20" name="Picture 19" descr="A map of the world&#10;&#10;Description automatically generated">
                <a:extLst>
                  <a:ext uri="{FF2B5EF4-FFF2-40B4-BE49-F238E27FC236}">
                    <a16:creationId xmlns:a16="http://schemas.microsoft.com/office/drawing/2014/main" id="{FD3428E5-2FD6-6135-9624-DF6524F8C4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541" t="28876" r="11524" b="67619"/>
              <a:stretch/>
            </p:blipFill>
            <p:spPr>
              <a:xfrm>
                <a:off x="885801" y="1813623"/>
                <a:ext cx="4211580" cy="135652"/>
              </a:xfrm>
              <a:prstGeom prst="rect">
                <a:avLst/>
              </a:prstGeom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45768F-A970-A60A-3D5F-A761CFB8EC19}"/>
                </a:ext>
              </a:extLst>
            </p:cNvPr>
            <p:cNvSpPr txBox="1"/>
            <p:nvPr/>
          </p:nvSpPr>
          <p:spPr>
            <a:xfrm>
              <a:off x="388803" y="2041782"/>
              <a:ext cx="57900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MAE</a:t>
              </a:r>
              <a:r>
                <a:rPr lang="en-US" sz="800" baseline="-25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NORM</a:t>
              </a:r>
              <a:endParaRPr lang="en-GB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CCEF5201-407C-92CE-B792-33A55602D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165" y="4411771"/>
            <a:ext cx="2119453" cy="16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13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237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Maria Pillosu</dc:creator>
  <cp:lastModifiedBy>Fatima Maria Pillosu</cp:lastModifiedBy>
  <cp:revision>1</cp:revision>
  <dcterms:created xsi:type="dcterms:W3CDTF">2024-05-05T06:29:24Z</dcterms:created>
  <dcterms:modified xsi:type="dcterms:W3CDTF">2026-02-08T23:48:57Z</dcterms:modified>
</cp:coreProperties>
</file>