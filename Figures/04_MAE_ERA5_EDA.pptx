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7" r:id="rId2"/>
  </p:sldIdLst>
  <p:sldSz cx="594042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FFF"/>
    <a:srgbClr val="FF0D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A949F7-2BFE-41DB-AD57-BBDC1FF8D195}" v="45" dt="2026-02-08T23:43:42.7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44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5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addSld delSld modSld sldOrd">
      <pc:chgData name="Fatima Pillosu" userId="a6295d4dc9e22643" providerId="LiveId" clId="{87453732-75AC-4426-B5D3-B7C69C2D4F54}" dt="2026-02-08T23:43:53.326" v="1415" actId="1035"/>
      <pc:docMkLst>
        <pc:docMk/>
      </pc:docMkLst>
      <pc:sldChg chg="addSp delSp modSp add mod ord">
        <pc:chgData name="Fatima Pillosu" userId="a6295d4dc9e22643" providerId="LiveId" clId="{87453732-75AC-4426-B5D3-B7C69C2D4F54}" dt="2026-02-08T23:43:53.326" v="1415" actId="1035"/>
        <pc:sldMkLst>
          <pc:docMk/>
          <pc:sldMk cId="2218816855" sldId="257"/>
        </pc:sldMkLst>
        <pc:spChg chg="add mod">
          <ac:chgData name="Fatima Pillosu" userId="a6295d4dc9e22643" providerId="LiveId" clId="{87453732-75AC-4426-B5D3-B7C69C2D4F54}" dt="2026-02-08T23:35:33.304" v="1389" actId="164"/>
          <ac:spMkLst>
            <pc:docMk/>
            <pc:sldMk cId="2218816855" sldId="257"/>
            <ac:spMk id="3" creationId="{633376AF-A334-D202-54CF-B65F8E7AEAAD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1" creationId="{308A3E70-76F5-A460-9FB4-C48482714333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2" creationId="{215AB033-6E54-E8FE-9B4E-FA4589D9228A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4" creationId="{85EB473C-267C-15EC-23DF-F518955D6C9B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6" creationId="{B8140BAB-1EA1-558D-7CE5-45794F4EF1A8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7" creationId="{2648408F-1635-F466-2163-49AA75F8B63C}"/>
          </ac:spMkLst>
        </pc:spChg>
        <pc:spChg chg="add mod">
          <ac:chgData name="Fatima Pillosu" userId="a6295d4dc9e22643" providerId="LiveId" clId="{87453732-75AC-4426-B5D3-B7C69C2D4F54}" dt="2026-02-03T22:00:59.875" v="1186" actId="20577"/>
          <ac:spMkLst>
            <pc:docMk/>
            <pc:sldMk cId="2218816855" sldId="257"/>
            <ac:spMk id="25" creationId="{32A3C2E5-C6B2-90D9-45B2-378D77EC6DD4}"/>
          </ac:spMkLst>
        </pc:spChg>
        <pc:spChg chg="add mod">
          <ac:chgData name="Fatima Pillosu" userId="a6295d4dc9e22643" providerId="LiveId" clId="{87453732-75AC-4426-B5D3-B7C69C2D4F54}" dt="2026-02-03T21:55:23.213" v="997" actId="1035"/>
          <ac:spMkLst>
            <pc:docMk/>
            <pc:sldMk cId="2218816855" sldId="257"/>
            <ac:spMk id="26" creationId="{F55F1E4C-2C13-86AC-9BE6-0A894381476A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49" creationId="{0C24B4E0-AE1F-9B51-BA1F-19BA4586825C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53" creationId="{B18244C6-9DFA-375B-3FB7-3868165B72CA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57" creationId="{3449C6D1-E7E6-9A3B-6634-3E156A2BD224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61" creationId="{882AE356-8AD6-6609-5A4C-2430E217B456}"/>
          </ac:spMkLst>
        </pc:spChg>
        <pc:spChg chg="mod">
          <ac:chgData name="Fatima Pillosu" userId="a6295d4dc9e22643" providerId="LiveId" clId="{87453732-75AC-4426-B5D3-B7C69C2D4F54}" dt="2026-02-03T22:17:28.434" v="1319" actId="20577"/>
          <ac:spMkLst>
            <pc:docMk/>
            <pc:sldMk cId="2218816855" sldId="257"/>
            <ac:spMk id="139" creationId="{EDE55D8B-53E3-1822-08A7-076FB4DE2156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41" creationId="{6B53498A-CE6D-B303-A8D5-5A811F70972A}"/>
          </ac:spMkLst>
        </pc:spChg>
        <pc:spChg chg="mod topLvl">
          <ac:chgData name="Fatima Pillosu" userId="a6295d4dc9e22643" providerId="LiveId" clId="{87453732-75AC-4426-B5D3-B7C69C2D4F54}" dt="2026-02-03T21:54:31.508" v="957" actId="164"/>
          <ac:spMkLst>
            <pc:docMk/>
            <pc:sldMk cId="2218816855" sldId="257"/>
            <ac:spMk id="178" creationId="{5178F739-890C-7A79-5134-976512F0C0EF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6" creationId="{7CC1A3FA-0C4D-565E-6E06-A7B7B6B3F72D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7" creationId="{BD520B40-6521-7067-06E6-DBF62B29380D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8" creationId="{425B0BD8-56D6-6BEF-F39D-51F09284C9F8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9" creationId="{B29B6A8F-84C1-93E5-25DA-FD9E21561492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200" creationId="{7C1BD1C6-2C2C-5E2E-B681-1FD01FB1AFF0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201" creationId="{7A7E2A95-510C-C0AA-20A4-4BB5662FBF0D}"/>
          </ac:spMkLst>
        </pc:spChg>
        <pc:spChg chg="mod">
          <ac:chgData name="Fatima Pillosu" userId="a6295d4dc9e22643" providerId="LiveId" clId="{87453732-75AC-4426-B5D3-B7C69C2D4F54}" dt="2026-02-03T21:34:43.939" v="404" actId="164"/>
          <ac:spMkLst>
            <pc:docMk/>
            <pc:sldMk cId="2218816855" sldId="257"/>
            <ac:spMk id="204" creationId="{2623CB87-496A-FEC4-BCD8-671D1070EBC5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5" creationId="{1605125D-3F00-5878-8026-3F015223F516}"/>
          </ac:spMkLst>
        </pc:spChg>
        <pc:spChg chg="mod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6" creationId="{7DD7CB73-6A20-E65D-3898-159ABE60DBEF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7" creationId="{FE28CEC3-9023-FFC8-D47D-76313CBCB735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8" creationId="{7A95074F-807E-4057-D884-F6707F7B06BA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9" creationId="{B11FFC0A-BC14-54A4-21DF-4AB8049BB081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0" creationId="{F5CC3149-B33C-4DE6-72DC-1A3E0F0D920A}"/>
          </ac:spMkLst>
        </pc:spChg>
        <pc:spChg chg="mod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1" creationId="{67FC63AF-2E2B-B41A-0A44-91B3E1D7B0B2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2" creationId="{84A7D0D9-06DA-435B-2F56-F43792F70D90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3" creationId="{863A9695-17C7-B033-9CCF-B4EA801C06E4}"/>
          </ac:spMkLst>
        </pc:spChg>
        <pc:grpChg chg="mod">
          <ac:chgData name="Fatima Pillosu" userId="a6295d4dc9e22643" providerId="LiveId" clId="{87453732-75AC-4426-B5D3-B7C69C2D4F54}" dt="2026-02-03T21:54:31.508" v="957" actId="164"/>
          <ac:grpSpMkLst>
            <pc:docMk/>
            <pc:sldMk cId="2218816855" sldId="257"/>
            <ac:grpSpMk id="2" creationId="{62ECEC2F-CCF3-39B7-EE2D-290F0B1ED466}"/>
          </ac:grpSpMkLst>
        </pc:grpChg>
        <pc:grpChg chg="add mod">
          <ac:chgData name="Fatima Pillosu" userId="a6295d4dc9e22643" providerId="LiveId" clId="{87453732-75AC-4426-B5D3-B7C69C2D4F54}" dt="2026-02-08T23:35:39.011" v="1390" actId="12788"/>
          <ac:grpSpMkLst>
            <pc:docMk/>
            <pc:sldMk cId="2218816855" sldId="257"/>
            <ac:grpSpMk id="4" creationId="{167F9A27-8BEE-AA41-9E4C-3EA5FC31B243}"/>
          </ac:grpSpMkLst>
        </pc:grpChg>
        <pc:grpChg chg="add mod">
          <ac:chgData name="Fatima Pillosu" userId="a6295d4dc9e22643" providerId="LiveId" clId="{87453732-75AC-4426-B5D3-B7C69C2D4F54}" dt="2026-02-08T23:35:33.304" v="1389" actId="164"/>
          <ac:grpSpMkLst>
            <pc:docMk/>
            <pc:sldMk cId="2218816855" sldId="257"/>
            <ac:grpSpMk id="5" creationId="{37C00166-9583-C38F-69EE-1C603FE82112}"/>
          </ac:grpSpMkLst>
        </pc:grpChg>
        <pc:grpChg chg="add mod">
          <ac:chgData name="Fatima Pillosu" userId="a6295d4dc9e22643" providerId="LiveId" clId="{87453732-75AC-4426-B5D3-B7C69C2D4F54}" dt="2026-02-03T21:55:19.904" v="993" actId="1036"/>
          <ac:grpSpMkLst>
            <pc:docMk/>
            <pc:sldMk cId="2218816855" sldId="257"/>
            <ac:grpSpMk id="31" creationId="{B4613E85-52ED-E614-79A7-0E67F45A2EE3}"/>
          </ac:grpSpMkLst>
        </pc:grpChg>
        <pc:graphicFrameChg chg="add mod">
          <ac:chgData name="Fatima Pillosu" userId="a6295d4dc9e22643" providerId="LiveId" clId="{87453732-75AC-4426-B5D3-B7C69C2D4F54}" dt="2026-02-08T23:40:56.772" v="1392"/>
          <ac:graphicFrameMkLst>
            <pc:docMk/>
            <pc:sldMk cId="2218816855" sldId="257"/>
            <ac:graphicFrameMk id="6" creationId="{4CDC682F-3F94-4146-A2EA-34FC56D1C20E}"/>
          </ac:graphicFrameMkLst>
        </pc:graphicFrameChg>
        <pc:graphicFrameChg chg="add mod">
          <ac:chgData name="Fatima Pillosu" userId="a6295d4dc9e22643" providerId="LiveId" clId="{87453732-75AC-4426-B5D3-B7C69C2D4F54}" dt="2026-02-08T23:43:38.519" v="1410"/>
          <ac:graphicFrameMkLst>
            <pc:docMk/>
            <pc:sldMk cId="2218816855" sldId="257"/>
            <ac:graphicFrameMk id="13" creationId="{745B198F-933D-68D6-4B72-38129399C344}"/>
          </ac:graphicFrameMkLst>
        </pc:graphicFrameChg>
        <pc:picChg chg="add mod">
          <ac:chgData name="Fatima Pillosu" userId="a6295d4dc9e22643" providerId="LiveId" clId="{87453732-75AC-4426-B5D3-B7C69C2D4F54}" dt="2026-02-08T23:35:39.011" v="1390" actId="12788"/>
          <ac:picMkLst>
            <pc:docMk/>
            <pc:sldMk cId="2218816855" sldId="257"/>
            <ac:picMk id="7" creationId="{B98B29AB-5CAE-F425-4497-EE69D5A4DD38}"/>
          </ac:picMkLst>
        </pc:picChg>
        <pc:picChg chg="add">
          <ac:chgData name="Fatima Pillosu" userId="a6295d4dc9e22643" providerId="LiveId" clId="{87453732-75AC-4426-B5D3-B7C69C2D4F54}" dt="2026-02-08T23:41:01.393" v="1393"/>
          <ac:picMkLst>
            <pc:docMk/>
            <pc:sldMk cId="2218816855" sldId="257"/>
            <ac:picMk id="8" creationId="{5D9B700C-FFEF-F540-7DCE-AE23EF3C86CA}"/>
          </ac:picMkLst>
        </pc:picChg>
        <pc:picChg chg="add del mod">
          <ac:chgData name="Fatima Pillosu" userId="a6295d4dc9e22643" providerId="LiveId" clId="{87453732-75AC-4426-B5D3-B7C69C2D4F54}" dt="2026-02-08T23:42:44.026" v="1404" actId="478"/>
          <ac:picMkLst>
            <pc:docMk/>
            <pc:sldMk cId="2218816855" sldId="257"/>
            <ac:picMk id="9" creationId="{0415D1A9-D15C-C1F5-BB20-822A53E1CAC1}"/>
          </ac:picMkLst>
        </pc:picChg>
        <pc:picChg chg="add del mod">
          <ac:chgData name="Fatima Pillosu" userId="a6295d4dc9e22643" providerId="LiveId" clId="{87453732-75AC-4426-B5D3-B7C69C2D4F54}" dt="2026-02-08T23:43:38.048" v="1409" actId="478"/>
          <ac:picMkLst>
            <pc:docMk/>
            <pc:sldMk cId="2218816855" sldId="257"/>
            <ac:picMk id="10" creationId="{071B3151-9B28-3BB3-0150-C689B1D3B5D9}"/>
          </ac:picMkLst>
        </pc:picChg>
        <pc:picChg chg="add mod">
          <ac:chgData name="Fatima Pillosu" userId="a6295d4dc9e22643" providerId="LiveId" clId="{87453732-75AC-4426-B5D3-B7C69C2D4F54}" dt="2026-02-08T23:43:53.326" v="1415" actId="1035"/>
          <ac:picMkLst>
            <pc:docMk/>
            <pc:sldMk cId="2218816855" sldId="257"/>
            <ac:picMk id="15" creationId="{393B26DB-5663-84F1-6765-6D4068457387}"/>
          </ac:picMkLst>
        </pc:picChg>
        <pc:picChg chg="add del mod ord">
          <ac:chgData name="Fatima Pillosu" userId="a6295d4dc9e22643" providerId="LiveId" clId="{87453732-75AC-4426-B5D3-B7C69C2D4F54}" dt="2026-02-08T23:41:10.152" v="1395" actId="478"/>
          <ac:picMkLst>
            <pc:docMk/>
            <pc:sldMk cId="2218816855" sldId="257"/>
            <ac:picMk id="39" creationId="{3987FFB9-0C0B-3B87-6170-9311493A8AF1}"/>
          </ac:picMkLst>
        </pc:picChg>
        <pc:picChg chg="mod">
          <ac:chgData name="Fatima Pillosu" userId="a6295d4dc9e22643" providerId="LiveId" clId="{87453732-75AC-4426-B5D3-B7C69C2D4F54}" dt="2026-02-03T21:38:07.365" v="441" actId="164"/>
          <ac:picMkLst>
            <pc:docMk/>
            <pc:sldMk cId="2218816855" sldId="257"/>
            <ac:picMk id="202" creationId="{28414104-918F-261D-7ED6-E36D8574791F}"/>
          </ac:picMkLst>
        </pc:picChg>
        <pc:picChg chg="mod">
          <ac:chgData name="Fatima Pillosu" userId="a6295d4dc9e22643" providerId="LiveId" clId="{87453732-75AC-4426-B5D3-B7C69C2D4F54}" dt="2026-02-03T21:31:31.522" v="77" actId="14100"/>
          <ac:picMkLst>
            <pc:docMk/>
            <pc:sldMk cId="2218816855" sldId="257"/>
            <ac:picMk id="203" creationId="{ED551551-B455-F027-D446-B143EC5AE3B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32" y="1001553"/>
            <a:ext cx="5049361" cy="2130602"/>
          </a:xfrm>
        </p:spPr>
        <p:txBody>
          <a:bodyPr anchor="b"/>
          <a:lstStyle>
            <a:lvl1pPr algn="ctr"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53" y="3214319"/>
            <a:ext cx="4455319" cy="1477538"/>
          </a:xfrm>
        </p:spPr>
        <p:txBody>
          <a:bodyPr/>
          <a:lstStyle>
            <a:lvl1pPr marL="0" indent="0" algn="ctr">
              <a:buNone/>
              <a:defRPr sz="1559"/>
            </a:lvl1pPr>
            <a:lvl2pPr marL="297043" indent="0" algn="ctr">
              <a:buNone/>
              <a:defRPr sz="1299"/>
            </a:lvl2pPr>
            <a:lvl3pPr marL="594086" indent="0" algn="ctr">
              <a:buNone/>
              <a:defRPr sz="1169"/>
            </a:lvl3pPr>
            <a:lvl4pPr marL="891129" indent="0" algn="ctr">
              <a:buNone/>
              <a:defRPr sz="1040"/>
            </a:lvl4pPr>
            <a:lvl5pPr marL="1188171" indent="0" algn="ctr">
              <a:buNone/>
              <a:defRPr sz="1040"/>
            </a:lvl5pPr>
            <a:lvl6pPr marL="1485214" indent="0" algn="ctr">
              <a:buNone/>
              <a:defRPr sz="1040"/>
            </a:lvl6pPr>
            <a:lvl7pPr marL="1782257" indent="0" algn="ctr">
              <a:buNone/>
              <a:defRPr sz="1040"/>
            </a:lvl7pPr>
            <a:lvl8pPr marL="2079300" indent="0" algn="ctr">
              <a:buNone/>
              <a:defRPr sz="1040"/>
            </a:lvl8pPr>
            <a:lvl9pPr marL="2376343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193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908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10" y="1525705"/>
            <a:ext cx="5123617" cy="2545672"/>
          </a:xfrm>
        </p:spPr>
        <p:txBody>
          <a:bodyPr anchor="b"/>
          <a:lstStyle>
            <a:lvl1pPr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10" y="4095460"/>
            <a:ext cx="5123617" cy="1338709"/>
          </a:xfrm>
        </p:spPr>
        <p:txBody>
          <a:bodyPr/>
          <a:lstStyle>
            <a:lvl1pPr marL="0" indent="0">
              <a:buNone/>
              <a:defRPr sz="1559">
                <a:solidFill>
                  <a:schemeClr val="tx1"/>
                </a:solidFill>
              </a:defRPr>
            </a:lvl1pPr>
            <a:lvl2pPr marL="297043" indent="0">
              <a:buNone/>
              <a:defRPr sz="1299">
                <a:solidFill>
                  <a:schemeClr val="tx1">
                    <a:tint val="75000"/>
                  </a:schemeClr>
                </a:solidFill>
              </a:defRPr>
            </a:lvl2pPr>
            <a:lvl3pPr marL="594086" indent="0">
              <a:buNone/>
              <a:defRPr sz="1169">
                <a:solidFill>
                  <a:schemeClr val="tx1">
                    <a:tint val="75000"/>
                  </a:schemeClr>
                </a:solidFill>
              </a:defRPr>
            </a:lvl3pPr>
            <a:lvl4pPr marL="891129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171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214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2257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793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6343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309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04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7340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31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325825"/>
            <a:ext cx="5123617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179" y="1500205"/>
            <a:ext cx="2513078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179" y="2235432"/>
            <a:ext cx="2513078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7341" y="1500205"/>
            <a:ext cx="2525454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7341" y="2235432"/>
            <a:ext cx="2525454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345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238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20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54" y="881141"/>
            <a:ext cx="3007340" cy="4349034"/>
          </a:xfrm>
        </p:spPr>
        <p:txBody>
          <a:bodyPr/>
          <a:lstStyle>
            <a:lvl1pPr>
              <a:defRPr sz="2079"/>
            </a:lvl1pPr>
            <a:lvl2pPr>
              <a:defRPr sz="1819"/>
            </a:lvl2pPr>
            <a:lvl3pPr>
              <a:defRPr sz="1559"/>
            </a:lvl3pPr>
            <a:lvl4pPr>
              <a:defRPr sz="1299"/>
            </a:lvl4pPr>
            <a:lvl5pPr>
              <a:defRPr sz="1299"/>
            </a:lvl5pPr>
            <a:lvl6pPr>
              <a:defRPr sz="1299"/>
            </a:lvl6pPr>
            <a:lvl7pPr>
              <a:defRPr sz="1299"/>
            </a:lvl7pPr>
            <a:lvl8pPr>
              <a:defRPr sz="1299"/>
            </a:lvl8pPr>
            <a:lvl9pPr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47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5454" y="881141"/>
            <a:ext cx="3007340" cy="4349034"/>
          </a:xfrm>
        </p:spPr>
        <p:txBody>
          <a:bodyPr anchor="t"/>
          <a:lstStyle>
            <a:lvl1pPr marL="0" indent="0">
              <a:buNone/>
              <a:defRPr sz="2079"/>
            </a:lvl1pPr>
            <a:lvl2pPr marL="297043" indent="0">
              <a:buNone/>
              <a:defRPr sz="1819"/>
            </a:lvl2pPr>
            <a:lvl3pPr marL="594086" indent="0">
              <a:buNone/>
              <a:defRPr sz="1559"/>
            </a:lvl3pPr>
            <a:lvl4pPr marL="891129" indent="0">
              <a:buNone/>
              <a:defRPr sz="1299"/>
            </a:lvl4pPr>
            <a:lvl5pPr marL="1188171" indent="0">
              <a:buNone/>
              <a:defRPr sz="1299"/>
            </a:lvl5pPr>
            <a:lvl6pPr marL="1485214" indent="0">
              <a:buNone/>
              <a:defRPr sz="1299"/>
            </a:lvl6pPr>
            <a:lvl7pPr marL="1782257" indent="0">
              <a:buNone/>
              <a:defRPr sz="1299"/>
            </a:lvl7pPr>
            <a:lvl8pPr marL="2079300" indent="0">
              <a:buNone/>
              <a:defRPr sz="1299"/>
            </a:lvl8pPr>
            <a:lvl9pPr marL="2376343" indent="0">
              <a:buNone/>
              <a:defRPr sz="1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595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86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1117" y="325823"/>
            <a:ext cx="1280904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405" y="325823"/>
            <a:ext cx="3768457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671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404" y="325825"/>
            <a:ext cx="5123617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404" y="1629117"/>
            <a:ext cx="5123617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404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766" y="5672162"/>
            <a:ext cx="2004893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5425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87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594086" rtl="0" eaLnBrk="1" latinLnBrk="0" hangingPunct="1">
        <a:lnSpc>
          <a:spcPct val="90000"/>
        </a:lnSpc>
        <a:spcBef>
          <a:spcPct val="0"/>
        </a:spcBef>
        <a:buNone/>
        <a:defRPr sz="2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21" indent="-148521" algn="l" defTabSz="594086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455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42607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1039650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336693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633736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930778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227821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5248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1pPr>
      <a:lvl2pPr marL="2970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94086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891129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188171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485214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782257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07930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3763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4EF15-848B-1CB7-BA51-0FC71FFA1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0C24B4E0-AE1F-9B51-BA1F-19BA4586825C}"/>
              </a:ext>
            </a:extLst>
          </p:cNvPr>
          <p:cNvSpPr txBox="1"/>
          <p:nvPr/>
        </p:nvSpPr>
        <p:spPr>
          <a:xfrm>
            <a:off x="1954403" y="2260632"/>
            <a:ext cx="4427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18244C6-9DFA-375B-3FB7-3868165B72CA}"/>
              </a:ext>
            </a:extLst>
          </p:cNvPr>
          <p:cNvSpPr txBox="1"/>
          <p:nvPr/>
        </p:nvSpPr>
        <p:spPr>
          <a:xfrm>
            <a:off x="2928331" y="2260632"/>
            <a:ext cx="3545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49C6D1-E7E6-9A3B-6634-3E156A2BD224}"/>
              </a:ext>
            </a:extLst>
          </p:cNvPr>
          <p:cNvSpPr txBox="1"/>
          <p:nvPr/>
        </p:nvSpPr>
        <p:spPr>
          <a:xfrm>
            <a:off x="3830781" y="2260632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82AE356-8AD6-6609-5A4C-2430E217B456}"/>
              </a:ext>
            </a:extLst>
          </p:cNvPr>
          <p:cNvSpPr txBox="1"/>
          <p:nvPr/>
        </p:nvSpPr>
        <p:spPr>
          <a:xfrm>
            <a:off x="4731002" y="2260632"/>
            <a:ext cx="463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DE55D8B-53E3-1822-08A7-076FB4DE2156}"/>
              </a:ext>
            </a:extLst>
          </p:cNvPr>
          <p:cNvSpPr txBox="1"/>
          <p:nvPr/>
        </p:nvSpPr>
        <p:spPr>
          <a:xfrm>
            <a:off x="-46666" y="-31190"/>
            <a:ext cx="9370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Normalized Mean Absolute Error (MAE</a:t>
            </a:r>
            <a:r>
              <a:rPr lang="en-US" sz="1000" b="1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) for 24-hourly total precipitation</a:t>
            </a:r>
          </a:p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ERA5-EDA (62 km)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B53498A-CE6D-B303-A8D5-5A811F70972A}"/>
              </a:ext>
            </a:extLst>
          </p:cNvPr>
          <p:cNvSpPr txBox="1"/>
          <p:nvPr/>
        </p:nvSpPr>
        <p:spPr>
          <a:xfrm>
            <a:off x="996049" y="2260632"/>
            <a:ext cx="4972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4613E85-52ED-E614-79A7-0E67F45A2EE3}"/>
              </a:ext>
            </a:extLst>
          </p:cNvPr>
          <p:cNvGrpSpPr/>
          <p:nvPr/>
        </p:nvGrpSpPr>
        <p:grpSpPr>
          <a:xfrm>
            <a:off x="678306" y="655958"/>
            <a:ext cx="4583813" cy="1077709"/>
            <a:chOff x="682004" y="494033"/>
            <a:chExt cx="4583813" cy="1077709"/>
          </a:xfrm>
        </p:grpSpPr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5178F739-890C-7A79-5134-976512F0C0EF}"/>
                </a:ext>
              </a:extLst>
            </p:cNvPr>
            <p:cNvSpPr txBox="1"/>
            <p:nvPr/>
          </p:nvSpPr>
          <p:spPr>
            <a:xfrm>
              <a:off x="2758669" y="508630"/>
              <a:ext cx="25071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North America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170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15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°N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, 50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South America [15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100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W]</a:t>
              </a:r>
              <a:endParaRPr lang="en-GB" sz="800" dirty="0">
                <a:solidFill>
                  <a:srgbClr val="FF0000"/>
                </a:solidFill>
                <a:latin typeface="Aptos" panose="020B0004020202020204" pitchFamily="34" charset="0"/>
              </a:endParaRP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Europe &amp; Mediterranean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Africa &amp; Arabian Peninsula [30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40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Asia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E, 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180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Oceania [5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180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2ECEC2F-CCF3-39B7-EE2D-290F0B1ED466}"/>
                </a:ext>
              </a:extLst>
            </p:cNvPr>
            <p:cNvGrpSpPr/>
            <p:nvPr/>
          </p:nvGrpSpPr>
          <p:grpSpPr>
            <a:xfrm>
              <a:off x="682004" y="494033"/>
              <a:ext cx="2053721" cy="1077709"/>
              <a:chOff x="1144326" y="680598"/>
              <a:chExt cx="2053721" cy="1077709"/>
            </a:xfrm>
          </p:grpSpPr>
          <p:pic>
            <p:nvPicPr>
              <p:cNvPr id="203" name="Picture 202">
                <a:extLst>
                  <a:ext uri="{FF2B5EF4-FFF2-40B4-BE49-F238E27FC236}">
                    <a16:creationId xmlns:a16="http://schemas.microsoft.com/office/drawing/2014/main" id="{ED551551-B455-F027-D446-B143EC5AE3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94048" y="680598"/>
                <a:ext cx="1703999" cy="843235"/>
              </a:xfrm>
              <a:prstGeom prst="rect">
                <a:avLst/>
              </a:prstGeom>
            </p:spPr>
          </p:pic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2623CB87-496A-FEC4-BCD8-671D1070EBC5}"/>
                  </a:ext>
                </a:extLst>
              </p:cNvPr>
              <p:cNvSpPr txBox="1"/>
              <p:nvPr/>
            </p:nvSpPr>
            <p:spPr>
              <a:xfrm>
                <a:off x="1144326" y="711912"/>
                <a:ext cx="4235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1605125D-3F00-5878-8026-3F015223F516}"/>
                  </a:ext>
                </a:extLst>
              </p:cNvPr>
              <p:cNvSpPr txBox="1"/>
              <p:nvPr/>
            </p:nvSpPr>
            <p:spPr>
              <a:xfrm>
                <a:off x="1144326" y="854496"/>
                <a:ext cx="4235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30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7DD7CB73-6A20-E65D-3898-159ABE60DBEF}"/>
                  </a:ext>
                </a:extLst>
              </p:cNvPr>
              <p:cNvSpPr txBox="1"/>
              <p:nvPr/>
            </p:nvSpPr>
            <p:spPr>
              <a:xfrm>
                <a:off x="1198828" y="997080"/>
                <a:ext cx="36901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FE28CEC3-9023-FFC8-D47D-76313CBCB735}"/>
                  </a:ext>
                </a:extLst>
              </p:cNvPr>
              <p:cNvSpPr txBox="1"/>
              <p:nvPr/>
            </p:nvSpPr>
            <p:spPr>
              <a:xfrm>
                <a:off x="1158754" y="1139664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30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S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7A95074F-807E-4057-D884-F6707F7B06BA}"/>
                  </a:ext>
                </a:extLst>
              </p:cNvPr>
              <p:cNvSpPr txBox="1"/>
              <p:nvPr/>
            </p:nvSpPr>
            <p:spPr>
              <a:xfrm>
                <a:off x="1158754" y="1282249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S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11FFC0A-BC14-54A4-21DF-4AB8049BB081}"/>
                  </a:ext>
                </a:extLst>
              </p:cNvPr>
              <p:cNvSpPr txBox="1"/>
              <p:nvPr/>
            </p:nvSpPr>
            <p:spPr>
              <a:xfrm rot="-1800000">
                <a:off x="1838690" y="1529238"/>
                <a:ext cx="4427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W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F5CC3149-B33C-4DE6-72DC-1A3E0F0D920A}"/>
                  </a:ext>
                </a:extLst>
              </p:cNvPr>
              <p:cNvSpPr txBox="1"/>
              <p:nvPr/>
            </p:nvSpPr>
            <p:spPr>
              <a:xfrm rot="-1800000">
                <a:off x="2167487" y="1507197"/>
                <a:ext cx="35458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67FC63AF-2E2B-B41A-0A44-91B3E1D7B0B2}"/>
                  </a:ext>
                </a:extLst>
              </p:cNvPr>
              <p:cNvSpPr txBox="1"/>
              <p:nvPr/>
            </p:nvSpPr>
            <p:spPr>
              <a:xfrm rot="-1800000">
                <a:off x="2425909" y="1520822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84A7D0D9-06DA-435B-2F56-F43792F70D90}"/>
                  </a:ext>
                </a:extLst>
              </p:cNvPr>
              <p:cNvSpPr txBox="1"/>
              <p:nvPr/>
            </p:nvSpPr>
            <p:spPr>
              <a:xfrm rot="-1800000">
                <a:off x="2685130" y="1534447"/>
                <a:ext cx="46358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120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863A9695-17C7-B033-9CCF-B4EA801C06E4}"/>
                  </a:ext>
                </a:extLst>
              </p:cNvPr>
              <p:cNvSpPr txBox="1"/>
              <p:nvPr/>
            </p:nvSpPr>
            <p:spPr>
              <a:xfrm rot="-1800000">
                <a:off x="1528588" y="1542863"/>
                <a:ext cx="49725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120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W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p:grp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98B29AB-5CAE-F425-4497-EE69D5A4D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63" y="2441756"/>
            <a:ext cx="5610902" cy="28091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8A3E70-76F5-A460-9FB4-C48482714333}"/>
              </a:ext>
            </a:extLst>
          </p:cNvPr>
          <p:cNvSpPr txBox="1"/>
          <p:nvPr/>
        </p:nvSpPr>
        <p:spPr>
          <a:xfrm>
            <a:off x="-90371" y="2802070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5AB033-6E54-E8FE-9B4E-FA4589D9228A}"/>
              </a:ext>
            </a:extLst>
          </p:cNvPr>
          <p:cNvSpPr txBox="1"/>
          <p:nvPr/>
        </p:nvSpPr>
        <p:spPr>
          <a:xfrm>
            <a:off x="-90371" y="3269368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EB473C-267C-15EC-23DF-F518955D6C9B}"/>
              </a:ext>
            </a:extLst>
          </p:cNvPr>
          <p:cNvSpPr txBox="1"/>
          <p:nvPr/>
        </p:nvSpPr>
        <p:spPr>
          <a:xfrm>
            <a:off x="-35869" y="3736666"/>
            <a:ext cx="3690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140BAB-1EA1-558D-7CE5-45794F4EF1A8}"/>
              </a:ext>
            </a:extLst>
          </p:cNvPr>
          <p:cNvSpPr txBox="1"/>
          <p:nvPr/>
        </p:nvSpPr>
        <p:spPr>
          <a:xfrm>
            <a:off x="-75943" y="420396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48408F-1635-F466-2163-49AA75F8B63C}"/>
              </a:ext>
            </a:extLst>
          </p:cNvPr>
          <p:cNvSpPr txBox="1"/>
          <p:nvPr/>
        </p:nvSpPr>
        <p:spPr>
          <a:xfrm>
            <a:off x="-75943" y="4671263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A3C2E5-C6B2-90D9-45B2-378D77EC6DD4}"/>
              </a:ext>
            </a:extLst>
          </p:cNvPr>
          <p:cNvSpPr txBox="1"/>
          <p:nvPr/>
        </p:nvSpPr>
        <p:spPr>
          <a:xfrm>
            <a:off x="-46666" y="1774587"/>
            <a:ext cx="59870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(b)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values at each rain gauge station (map plot), aggregated per domain (piecharts), and piecharts’ numerical values (table)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5F1E4C-2C13-86AC-9BE6-0A894381476A}"/>
              </a:ext>
            </a:extLst>
          </p:cNvPr>
          <p:cNvSpPr txBox="1"/>
          <p:nvPr/>
        </p:nvSpPr>
        <p:spPr>
          <a:xfrm>
            <a:off x="-46666" y="421629"/>
            <a:ext cx="25071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a) Domains to create the piecharts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67F9A27-8BEE-AA41-9E4C-3EA5FC31B243}"/>
              </a:ext>
            </a:extLst>
          </p:cNvPr>
          <p:cNvGrpSpPr/>
          <p:nvPr/>
        </p:nvGrpSpPr>
        <p:grpSpPr>
          <a:xfrm>
            <a:off x="584386" y="1933146"/>
            <a:ext cx="5039656" cy="324080"/>
            <a:chOff x="388803" y="1933146"/>
            <a:chExt cx="5039656" cy="3240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7C00166-9583-C38F-69EE-1C603FE82112}"/>
                </a:ext>
              </a:extLst>
            </p:cNvPr>
            <p:cNvGrpSpPr/>
            <p:nvPr/>
          </p:nvGrpSpPr>
          <p:grpSpPr>
            <a:xfrm>
              <a:off x="865097" y="1933146"/>
              <a:ext cx="4563362" cy="324080"/>
              <a:chOff x="781948" y="1625195"/>
              <a:chExt cx="4563362" cy="324080"/>
            </a:xfrm>
          </p:grpSpPr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CC1A3FA-0C4D-565E-6E06-A7B7B6B3F72D}"/>
                  </a:ext>
                </a:extLst>
              </p:cNvPr>
              <p:cNvSpPr txBox="1"/>
              <p:nvPr/>
            </p:nvSpPr>
            <p:spPr>
              <a:xfrm>
                <a:off x="781948" y="1625195"/>
                <a:ext cx="23916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BD520B40-6521-7067-06E6-DBF62B29380D}"/>
                  </a:ext>
                </a:extLst>
              </p:cNvPr>
              <p:cNvSpPr txBox="1"/>
              <p:nvPr/>
            </p:nvSpPr>
            <p:spPr>
              <a:xfrm>
                <a:off x="1560889" y="1625195"/>
                <a:ext cx="32252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0.1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425B0BD8-56D6-6BEF-F39D-51F09284C9F8}"/>
                  </a:ext>
                </a:extLst>
              </p:cNvPr>
              <p:cNvSpPr txBox="1"/>
              <p:nvPr/>
            </p:nvSpPr>
            <p:spPr>
              <a:xfrm>
                <a:off x="2388727" y="1625195"/>
                <a:ext cx="32252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0.3</a:t>
                </a:r>
              </a:p>
            </p:txBody>
          </p: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B29B6A8F-84C1-93E5-25DA-FD9E21561492}"/>
                  </a:ext>
                </a:extLst>
              </p:cNvPr>
              <p:cNvSpPr txBox="1"/>
              <p:nvPr/>
            </p:nvSpPr>
            <p:spPr>
              <a:xfrm>
                <a:off x="3240196" y="1625195"/>
                <a:ext cx="32252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0.5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7C1BD1C6-2C2C-5E2E-B681-1FD01FB1AFF0}"/>
                  </a:ext>
                </a:extLst>
              </p:cNvPr>
              <p:cNvSpPr txBox="1"/>
              <p:nvPr/>
            </p:nvSpPr>
            <p:spPr>
              <a:xfrm>
                <a:off x="4117248" y="1625195"/>
                <a:ext cx="23916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7A7E2A95-510C-C0AA-20A4-4BB5662FBF0D}"/>
                  </a:ext>
                </a:extLst>
              </p:cNvPr>
              <p:cNvSpPr txBox="1"/>
              <p:nvPr/>
            </p:nvSpPr>
            <p:spPr>
              <a:xfrm>
                <a:off x="4880118" y="1625195"/>
                <a:ext cx="46519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100 [-]</a:t>
                </a:r>
              </a:p>
            </p:txBody>
          </p:sp>
          <p:pic>
            <p:nvPicPr>
              <p:cNvPr id="202" name="Picture 201" descr="A map of the world&#10;&#10;Description automatically generated">
                <a:extLst>
                  <a:ext uri="{FF2B5EF4-FFF2-40B4-BE49-F238E27FC236}">
                    <a16:creationId xmlns:a16="http://schemas.microsoft.com/office/drawing/2014/main" id="{28414104-918F-261D-7ED6-E36D857479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541" t="28876" r="11524" b="67619"/>
              <a:stretch/>
            </p:blipFill>
            <p:spPr>
              <a:xfrm>
                <a:off x="885801" y="1813623"/>
                <a:ext cx="4211580" cy="135652"/>
              </a:xfrm>
              <a:prstGeom prst="rect">
                <a:avLst/>
              </a:prstGeom>
            </p:spPr>
          </p:pic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33376AF-A334-D202-54CF-B65F8E7AEAAD}"/>
                </a:ext>
              </a:extLst>
            </p:cNvPr>
            <p:cNvSpPr txBox="1"/>
            <p:nvPr/>
          </p:nvSpPr>
          <p:spPr>
            <a:xfrm>
              <a:off x="388803" y="2041782"/>
              <a:ext cx="57900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MAE</a:t>
              </a:r>
              <a:r>
                <a:rPr lang="en-US" sz="800" baseline="-25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NORM</a:t>
              </a:r>
              <a:endParaRPr lang="en-GB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93B26DB-5663-84F1-6765-6D40684573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0165" y="4411771"/>
            <a:ext cx="2119453" cy="16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16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234</Words>
  <Application>Microsoft Office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 Maria Pillosu</dc:creator>
  <cp:lastModifiedBy>Fatima Maria Pillosu</cp:lastModifiedBy>
  <cp:revision>1</cp:revision>
  <dcterms:created xsi:type="dcterms:W3CDTF">2024-05-05T06:29:24Z</dcterms:created>
  <dcterms:modified xsi:type="dcterms:W3CDTF">2026-02-08T23:43:57Z</dcterms:modified>
</cp:coreProperties>
</file>