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  <p:sldId id="256" r:id="rId3"/>
    <p:sldId id="258" r:id="rId4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2B43E-3A76-44CE-A7FF-9FD2EA411EC7}" v="40" dt="2026-02-03T17:33:28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19" d="100"/>
          <a:sy n="119" d="100"/>
        </p:scale>
        <p:origin x="252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3T17:34:16.508" v="530" actId="1035"/>
      <pc:docMkLst>
        <pc:docMk/>
      </pc:docMkLst>
      <pc:sldChg chg="addSp delSp modSp mod delAnim modAnim">
        <pc:chgData name="Fatima Pillosu" userId="a6295d4dc9e22643" providerId="LiveId" clId="{87453732-75AC-4426-B5D3-B7C69C2D4F54}" dt="2026-02-03T17:29:41.183" v="376" actId="207"/>
        <pc:sldMkLst>
          <pc:docMk/>
          <pc:sldMk cId="118045167" sldId="256"/>
        </pc:sldMkLst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2" creationId="{8B0DA195-B0CA-6D8B-7DF5-31F6319FCB09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6" creationId="{6C4BD190-4A31-4B05-5804-402F2B2986C3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8" creationId="{70AE80CA-AA85-D6FC-EB86-E2B842DBB6D2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11" creationId="{E34E8169-914B-50F7-97EC-E135BD3EC066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13" creationId="{B35FEF63-C192-14DF-107D-C62BA44F1ED8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15" creationId="{A1D33595-7FEF-53A2-512A-61146AC250C5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45" creationId="{6C1E53C8-E6B1-5B6C-777E-B9314C07B343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549" creationId="{DD0CFE7D-1C04-ABA1-31B9-7C2A415565B3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553" creationId="{2F8776D1-7E4E-91BB-3D06-FBA55F5A80F5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558" creationId="{A9D29B85-43D1-ABBB-847F-D4972A8E9B12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561" creationId="{78D33D84-34D1-8387-09A4-1EA34B3769AE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562" creationId="{CF03BAB7-135C-B9F3-96FF-651D618D3550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563" creationId="{B306662D-3F1D-5B27-8F69-3A6869877878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566" creationId="{86089FEC-2278-C079-DCBB-7A50144475AB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567" creationId="{6A5F783F-4454-E7E5-F050-00FCB38103F6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568" creationId="{15FD003F-BBD5-5F51-52AF-9E35B3EB33F9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569" creationId="{6A8BD231-0C6E-38AC-84FD-01F3547E1375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570" creationId="{032A67A3-654D-717D-0F1B-595346E199C9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571" creationId="{EF3606A8-1D00-7F4E-24FF-0E81E2E75690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640" creationId="{2F99C96C-DD3B-58B9-AE63-1B114E0F014B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694" creationId="{2B699000-ED7E-C2F2-63FB-1C6BD14392C8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00" creationId="{B35FEF63-C192-14DF-107D-C62BA44F1ED8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05" creationId="{63D808C7-5C6B-D60D-6E22-CD14550D35D5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705" creationId="{847B5E79-0C69-8AC4-BEAC-E08FF089B9B0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711" creationId="{45FE07C0-C8F5-141A-561A-067EAB2840E0}"/>
          </ac:spMkLst>
        </pc:spChg>
        <pc:spChg chg="mod topLvl">
          <ac:chgData name="Fatima Pillosu" userId="a6295d4dc9e22643" providerId="LiveId" clId="{87453732-75AC-4426-B5D3-B7C69C2D4F54}" dt="2026-02-03T17:21:55.191" v="316" actId="164"/>
          <ac:spMkLst>
            <pc:docMk/>
            <pc:sldMk cId="118045167" sldId="256"/>
            <ac:spMk id="712" creationId="{FCC45529-6055-C58D-5B60-13F401179F4A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13" creationId="{15FD003F-BBD5-5F51-52AF-9E35B3EB33F9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713" creationId="{8C54A99F-18DF-C081-2270-42F08648AE8F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14" creationId="{6A8BD231-0C6E-38AC-84FD-01F3547E1375}"/>
          </ac:spMkLst>
        </pc:spChg>
        <pc:spChg chg="mod">
          <ac:chgData name="Fatima Pillosu" userId="a6295d4dc9e22643" providerId="LiveId" clId="{87453732-75AC-4426-B5D3-B7C69C2D4F54}" dt="2026-02-03T17:18:31.021" v="291" actId="14100"/>
          <ac:spMkLst>
            <pc:docMk/>
            <pc:sldMk cId="118045167" sldId="256"/>
            <ac:spMk id="714" creationId="{8F186772-691A-0E8C-AEB4-D9F790E022C0}"/>
          </ac:spMkLst>
        </pc:spChg>
        <pc:spChg chg="mod">
          <ac:chgData name="Fatima Pillosu" userId="a6295d4dc9e22643" providerId="LiveId" clId="{87453732-75AC-4426-B5D3-B7C69C2D4F54}" dt="2026-02-03T17:17:50.518" v="285" actId="255"/>
          <ac:spMkLst>
            <pc:docMk/>
            <pc:sldMk cId="118045167" sldId="256"/>
            <ac:spMk id="716" creationId="{1F3AAFE2-0005-3FFA-D41B-11A4CB30E651}"/>
          </ac:spMkLst>
        </pc:spChg>
        <pc:spChg chg="mod topLvl">
          <ac:chgData name="Fatima Pillosu" userId="a6295d4dc9e22643" providerId="LiveId" clId="{87453732-75AC-4426-B5D3-B7C69C2D4F54}" dt="2026-02-03T17:29:35.513" v="375" actId="165"/>
          <ac:spMkLst>
            <pc:docMk/>
            <pc:sldMk cId="118045167" sldId="256"/>
            <ac:spMk id="718" creationId="{9A1A1337-286B-F58B-4806-26E1A4EBD115}"/>
          </ac:spMkLst>
        </pc:spChg>
        <pc:spChg chg="mod topLvl">
          <ac:chgData name="Fatima Pillosu" userId="a6295d4dc9e22643" providerId="LiveId" clId="{87453732-75AC-4426-B5D3-B7C69C2D4F54}" dt="2026-02-03T17:29:35.513" v="375" actId="165"/>
          <ac:spMkLst>
            <pc:docMk/>
            <pc:sldMk cId="118045167" sldId="256"/>
            <ac:spMk id="719" creationId="{812A3294-F4F0-A024-806C-37E0D177DB6A}"/>
          </ac:spMkLst>
        </pc:spChg>
        <pc:spChg chg="del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19" creationId="{B5BD08C9-137B-7E59-12B1-FDF198AABE7D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20" creationId="{5A5A82FD-66EE-B741-55F4-53BE0A2A6018}"/>
          </ac:spMkLst>
        </pc:spChg>
        <pc:spChg chg="del mod">
          <ac:chgData name="Fatima Pillosu" userId="a6295d4dc9e22643" providerId="LiveId" clId="{87453732-75AC-4426-B5D3-B7C69C2D4F54}" dt="2026-02-03T17:20:31.914" v="304" actId="478"/>
          <ac:spMkLst>
            <pc:docMk/>
            <pc:sldMk cId="118045167" sldId="256"/>
            <ac:spMk id="720" creationId="{AB3851F4-A68B-CC96-F21E-942109A6FA75}"/>
          </ac:spMkLst>
        </pc:spChg>
        <pc:spChg chg="del mod">
          <ac:chgData name="Fatima Pillosu" userId="a6295d4dc9e22643" providerId="LiveId" clId="{87453732-75AC-4426-B5D3-B7C69C2D4F54}" dt="2026-02-03T17:20:30.717" v="303" actId="478"/>
          <ac:spMkLst>
            <pc:docMk/>
            <pc:sldMk cId="118045167" sldId="256"/>
            <ac:spMk id="721" creationId="{28B884CB-BF57-8119-58D1-AA624199839B}"/>
          </ac:spMkLst>
        </pc:spChg>
        <pc:spChg chg="mod topLvl">
          <ac:chgData name="Fatima Pillosu" userId="a6295d4dc9e22643" providerId="LiveId" clId="{87453732-75AC-4426-B5D3-B7C69C2D4F54}" dt="2026-02-03T17:29:35.513" v="375" actId="165"/>
          <ac:spMkLst>
            <pc:docMk/>
            <pc:sldMk cId="118045167" sldId="256"/>
            <ac:spMk id="722" creationId="{402D41CA-166E-D485-0B2E-19B642F168A0}"/>
          </ac:spMkLst>
        </pc:spChg>
        <pc:spChg chg="del mod">
          <ac:chgData name="Fatima Pillosu" userId="a6295d4dc9e22643" providerId="LiveId" clId="{87453732-75AC-4426-B5D3-B7C69C2D4F54}" dt="2026-02-03T17:21:28.054" v="311" actId="478"/>
          <ac:spMkLst>
            <pc:docMk/>
            <pc:sldMk cId="118045167" sldId="256"/>
            <ac:spMk id="723" creationId="{B994B6A2-599C-4743-AAAB-3E0550FFC008}"/>
          </ac:spMkLst>
        </pc:spChg>
        <pc:spChg chg="mod topLvl">
          <ac:chgData name="Fatima Pillosu" userId="a6295d4dc9e22643" providerId="LiveId" clId="{87453732-75AC-4426-B5D3-B7C69C2D4F54}" dt="2026-02-03T17:29:41.183" v="376" actId="207"/>
          <ac:spMkLst>
            <pc:docMk/>
            <pc:sldMk cId="118045167" sldId="256"/>
            <ac:spMk id="724" creationId="{22FBD439-7724-2A46-FA0E-3B88FED8377E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736" creationId="{08F1D0FB-1072-0825-CD08-857F3E19E505}"/>
          </ac:spMkLst>
        </pc:spChg>
        <pc:spChg chg="del mod">
          <ac:chgData name="Fatima Pillosu" userId="a6295d4dc9e22643" providerId="LiveId" clId="{87453732-75AC-4426-B5D3-B7C69C2D4F54}" dt="2026-02-03T16:17:52.307" v="127" actId="21"/>
          <ac:spMkLst>
            <pc:docMk/>
            <pc:sldMk cId="118045167" sldId="256"/>
            <ac:spMk id="739" creationId="{402D41CA-166E-D485-0B2E-19B642F168A0}"/>
          </ac:spMkLst>
        </pc:spChg>
        <pc:spChg chg="mod">
          <ac:chgData name="Fatima Pillosu" userId="a6295d4dc9e22643" providerId="LiveId" clId="{87453732-75AC-4426-B5D3-B7C69C2D4F54}" dt="2026-02-03T16:26:20.191" v="220" actId="14100"/>
          <ac:spMkLst>
            <pc:docMk/>
            <pc:sldMk cId="118045167" sldId="256"/>
            <ac:spMk id="746" creationId="{B5A0B48F-4B20-E4FD-0A2D-DA2EB8385FF6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753" creationId="{EEDBCD5F-7973-9D88-1F3D-346760E66252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766" creationId="{7468BF2C-8EB4-2012-8236-3CACE99B2949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770" creationId="{5865E292-29BB-1D14-DDEF-016538997A04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772" creationId="{644C8DDC-DDE3-AED9-0BB5-1ADF3EB3EAC1}"/>
          </ac:spMkLst>
        </pc:spChg>
        <pc:spChg chg="add 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79" creationId="{EF0F9670-B9DC-3A8F-9F02-A2C0701FD1FA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785" creationId="{25CF370B-5B63-69E2-972C-955347231647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90" creationId="{959F2136-11A8-B5AD-410C-A45BBF48D851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92" creationId="{8179F2E5-C6FF-A5D5-BBF7-88A77515CE9A}"/>
          </ac:spMkLst>
        </pc:spChg>
        <pc:spChg chg="add 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794" creationId="{78D33D84-34D1-8387-09A4-1EA34B3769AE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0" creationId="{6A5F783F-4454-E7E5-F050-00FCB38103F6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1" creationId="{15FD003F-BBD5-5F51-52AF-9E35B3EB33F9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2" creationId="{6A8BD231-0C6E-38AC-84FD-01F3547E1375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5" creationId="{5CD3C202-C2E4-81A3-5E2C-5AE16B3A55D1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08" creationId="{5A5A82FD-66EE-B741-55F4-53BE0A2A6018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811" creationId="{C729B2FE-2F22-46F6-3E91-9BC0BE993564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817" creationId="{FCC45529-6055-C58D-5B60-13F401179F4A}"/>
          </ac:spMkLst>
        </pc:spChg>
        <pc:spChg chg="mod">
          <ac:chgData name="Fatima Pillosu" userId="a6295d4dc9e22643" providerId="LiveId" clId="{87453732-75AC-4426-B5D3-B7C69C2D4F54}" dt="2026-02-03T16:23:29.960" v="182" actId="164"/>
          <ac:spMkLst>
            <pc:docMk/>
            <pc:sldMk cId="118045167" sldId="256"/>
            <ac:spMk id="818" creationId="{8C54A99F-18DF-C081-2270-42F08648AE8F}"/>
          </ac:spMkLst>
        </pc:spChg>
        <pc:spChg chg="del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3" creationId="{9A1A1337-286B-F58B-4806-26E1A4EBD115}"/>
          </ac:spMkLst>
        </pc:spChg>
        <pc:spChg chg="del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4" creationId="{812A3294-F4F0-A024-806C-37E0D177DB6A}"/>
          </ac:spMkLst>
        </pc:spChg>
        <pc:spChg chg="del mod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5" creationId="{AB3851F4-A68B-CC96-F21E-942109A6FA75}"/>
          </ac:spMkLst>
        </pc:spChg>
        <pc:spChg chg="del mod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6" creationId="{28B884CB-BF57-8119-58D1-AA624199839B}"/>
          </ac:spMkLst>
        </pc:spChg>
        <pc:spChg chg="del mod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7" creationId="{402D41CA-166E-D485-0B2E-19B642F168A0}"/>
          </ac:spMkLst>
        </pc:spChg>
        <pc:spChg chg="del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8" creationId="{B994B6A2-599C-4743-AAAB-3E0550FFC008}"/>
          </ac:spMkLst>
        </pc:spChg>
        <pc:spChg chg="del">
          <ac:chgData name="Fatima Pillosu" userId="a6295d4dc9e22643" providerId="LiveId" clId="{87453732-75AC-4426-B5D3-B7C69C2D4F54}" dt="2026-02-03T17:16:39.806" v="237" actId="21"/>
          <ac:spMkLst>
            <pc:docMk/>
            <pc:sldMk cId="118045167" sldId="256"/>
            <ac:spMk id="829" creationId="{22FBD439-7724-2A46-FA0E-3B88FED8377E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31" creationId="{E1A55C33-BB0C-737D-30EF-A977155E1647}"/>
          </ac:spMkLst>
        </pc:spChg>
        <pc:spChg chg="add 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33" creationId="{EBB2C3BF-B1CA-A006-7BE4-A30678D35AC9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39" creationId="{20F27438-3CF1-9E16-6A24-36B600AA59B5}"/>
          </ac:spMkLst>
        </pc:spChg>
        <pc:spChg chg="mod topLvl">
          <ac:chgData name="Fatima Pillosu" userId="a6295d4dc9e22643" providerId="LiveId" clId="{87453732-75AC-4426-B5D3-B7C69C2D4F54}" dt="2026-02-03T16:26:47.376" v="224" actId="164"/>
          <ac:spMkLst>
            <pc:docMk/>
            <pc:sldMk cId="118045167" sldId="256"/>
            <ac:spMk id="840" creationId="{69E5421E-7F20-68C8-3C3B-5684A8FA8020}"/>
          </ac:spMkLst>
        </pc:spChg>
        <pc:spChg chg="add mod">
          <ac:chgData name="Fatima Pillosu" userId="a6295d4dc9e22643" providerId="LiveId" clId="{87453732-75AC-4426-B5D3-B7C69C2D4F54}" dt="2026-02-03T16:18:27.045" v="129" actId="2711"/>
          <ac:spMkLst>
            <pc:docMk/>
            <pc:sldMk cId="118045167" sldId="256"/>
            <ac:spMk id="843" creationId="{3BBE43AC-440B-6B8D-0411-E79039DF74C0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24" creationId="{B5A0B48F-4B20-E4FD-0A2D-DA2EB8385FF6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43" creationId="{3DBADC30-B540-3DD7-0674-8BBA39DD14F8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48" creationId="{5865E292-29BB-1D14-DDEF-016538997A04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60" creationId="{EBB2C3BF-B1CA-A006-7BE4-A30678D35AC9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65" creationId="{FE211B39-B81D-77E9-5ED6-73498DFC9CA4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66" creationId="{20F27438-3CF1-9E16-6A24-36B600AA59B5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68" creationId="{2A11E42A-6AC3-E95A-184A-18121E822BF8}"/>
          </ac:spMkLst>
        </pc:spChg>
        <pc:spChg chg="mod">
          <ac:chgData name="Fatima Pillosu" userId="a6295d4dc9e22643" providerId="LiveId" clId="{87453732-75AC-4426-B5D3-B7C69C2D4F54}" dt="2026-02-03T17:16:49.129" v="238"/>
          <ac:spMkLst>
            <pc:docMk/>
            <pc:sldMk cId="118045167" sldId="256"/>
            <ac:spMk id="969" creationId="{A1D33595-7FEF-53A2-512A-61146AC250C5}"/>
          </ac:spMkLst>
        </pc:spChg>
        <pc:grpChg chg="mod">
          <ac:chgData name="Fatima Pillosu" userId="a6295d4dc9e22643" providerId="LiveId" clId="{87453732-75AC-4426-B5D3-B7C69C2D4F54}" dt="2026-02-03T17:17:00.801" v="279" actId="1035"/>
          <ac:grpSpMkLst>
            <pc:docMk/>
            <pc:sldMk cId="118045167" sldId="256"/>
            <ac:grpSpMk id="3" creationId="{0E67CE3E-3694-1A7E-A73B-013E15A5E2C9}"/>
          </ac:grpSpMkLst>
        </pc:grpChg>
        <pc:grpChg chg="del mod">
          <ac:chgData name="Fatima Pillosu" userId="a6295d4dc9e22643" providerId="LiveId" clId="{87453732-75AC-4426-B5D3-B7C69C2D4F54}" dt="2026-02-03T17:21:31.574" v="312" actId="478"/>
          <ac:grpSpMkLst>
            <pc:docMk/>
            <pc:sldMk cId="118045167" sldId="256"/>
            <ac:grpSpMk id="725" creationId="{BCD7B029-BED2-6F78-B39D-38E3537588E0}"/>
          </ac:grpSpMkLst>
        </pc:grpChg>
        <pc:grpChg chg="del">
          <ac:chgData name="Fatima Pillosu" userId="a6295d4dc9e22643" providerId="LiveId" clId="{87453732-75AC-4426-B5D3-B7C69C2D4F54}" dt="2026-02-03T17:16:39.806" v="237" actId="21"/>
          <ac:grpSpMkLst>
            <pc:docMk/>
            <pc:sldMk cId="118045167" sldId="256"/>
            <ac:grpSpMk id="844" creationId="{0E67CE3E-3694-1A7E-A73B-013E15A5E2C9}"/>
          </ac:grpSpMkLst>
        </pc:grpChg>
        <pc:grpChg chg="del">
          <ac:chgData name="Fatima Pillosu" userId="a6295d4dc9e22643" providerId="LiveId" clId="{87453732-75AC-4426-B5D3-B7C69C2D4F54}" dt="2026-02-03T17:16:39.806" v="237" actId="21"/>
          <ac:grpSpMkLst>
            <pc:docMk/>
            <pc:sldMk cId="118045167" sldId="256"/>
            <ac:grpSpMk id="847" creationId="{BCD7B029-BED2-6F78-B39D-38E3537588E0}"/>
          </ac:grpSpMkLst>
        </pc:grpChg>
        <pc:grpChg chg="add del mod">
          <ac:chgData name="Fatima Pillosu" userId="a6295d4dc9e22643" providerId="LiveId" clId="{87453732-75AC-4426-B5D3-B7C69C2D4F54}" dt="2026-02-03T17:29:35.513" v="375" actId="165"/>
          <ac:grpSpMkLst>
            <pc:docMk/>
            <pc:sldMk cId="118045167" sldId="256"/>
            <ac:grpSpMk id="976" creationId="{82A83032-B90D-0800-ED32-A25CBB908076}"/>
          </ac:grpSpMkLst>
        </pc:grpChg>
      </pc:sldChg>
      <pc:sldChg chg="addSp delSp modSp new add del mod ord">
        <pc:chgData name="Fatima Pillosu" userId="a6295d4dc9e22643" providerId="LiveId" clId="{87453732-75AC-4426-B5D3-B7C69C2D4F54}" dt="2026-02-03T17:16:36.881" v="236" actId="47"/>
        <pc:sldMkLst>
          <pc:docMk/>
          <pc:sldMk cId="1173365369" sldId="257"/>
        </pc:sldMkLst>
        <pc:spChg chg="del">
          <ac:chgData name="Fatima Pillosu" userId="a6295d4dc9e22643" providerId="LiveId" clId="{87453732-75AC-4426-B5D3-B7C69C2D4F54}" dt="2026-02-03T16:20:08.724" v="133" actId="478"/>
          <ac:spMkLst>
            <pc:docMk/>
            <pc:sldMk cId="1173365369" sldId="257"/>
            <ac:spMk id="2" creationId="{794E99FE-98C3-01B3-F8CB-2C670421AC3B}"/>
          </ac:spMkLst>
        </pc:spChg>
        <pc:spChg chg="del">
          <ac:chgData name="Fatima Pillosu" userId="a6295d4dc9e22643" providerId="LiveId" clId="{87453732-75AC-4426-B5D3-B7C69C2D4F54}" dt="2026-02-03T16:20:10.161" v="134" actId="478"/>
          <ac:spMkLst>
            <pc:docMk/>
            <pc:sldMk cId="1173365369" sldId="257"/>
            <ac:spMk id="3" creationId="{83298152-C0DA-63F9-70AF-06B44304CBCD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13" creationId="{93D31894-6EEE-4090-BA1A-30C11122E539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14" creationId="{E175EA0F-9A0F-FE58-4C68-0F7DB6F4E349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15" creationId="{E56CE646-7B88-6278-9CD4-E48059A03F62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2" creationId="{F0E9E567-86AC-4339-046E-3DAD076DA03A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4" creationId="{C81C1B88-1AC5-7D41-A113-A9F558D582CB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6" creationId="{D58D05FC-1145-39B4-CAC5-6F85E503C048}"/>
          </ac:spMkLst>
        </pc:spChg>
        <pc:spChg chg="del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27" creationId="{06E279A5-A156-0988-88D4-7D4C610394BE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34" creationId="{9A6105F8-B3D0-F586-79BE-E433C6C6F0B6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43" creationId="{46ADF1AB-371A-6308-2089-9674B63C869A}"/>
          </ac:spMkLst>
        </pc:spChg>
        <pc:spChg chg="add del mod">
          <ac:chgData name="Fatima Pillosu" userId="a6295d4dc9e22643" providerId="LiveId" clId="{87453732-75AC-4426-B5D3-B7C69C2D4F54}" dt="2026-02-03T16:20:51.919" v="138" actId="478"/>
          <ac:spMkLst>
            <pc:docMk/>
            <pc:sldMk cId="1173365369" sldId="257"/>
            <ac:spMk id="46" creationId="{CFF047F2-018B-4661-8883-E7ADFCF70987}"/>
          </ac:spMkLst>
        </pc:spChg>
        <pc:spChg chg="mod">
          <ac:chgData name="Fatima Pillosu" userId="a6295d4dc9e22643" providerId="LiveId" clId="{87453732-75AC-4426-B5D3-B7C69C2D4F54}" dt="2026-02-03T16:22:12.966" v="158" actId="164"/>
          <ac:spMkLst>
            <pc:docMk/>
            <pc:sldMk cId="1173365369" sldId="257"/>
            <ac:spMk id="48" creationId="{5916A6C5-A1A2-DBA1-3766-97618E782D74}"/>
          </ac:spMkLst>
        </pc:spChg>
        <pc:spChg chg="mod">
          <ac:chgData name="Fatima Pillosu" userId="a6295d4dc9e22643" providerId="LiveId" clId="{87453732-75AC-4426-B5D3-B7C69C2D4F54}" dt="2026-02-03T16:22:12.966" v="158" actId="164"/>
          <ac:spMkLst>
            <pc:docMk/>
            <pc:sldMk cId="1173365369" sldId="257"/>
            <ac:spMk id="49" creationId="{FE555734-9C42-5B23-6A7E-99963A923D00}"/>
          </ac:spMkLst>
        </pc:spChg>
        <pc:spChg chg="del mod">
          <ac:chgData name="Fatima Pillosu" userId="a6295d4dc9e22643" providerId="LiveId" clId="{87453732-75AC-4426-B5D3-B7C69C2D4F54}" dt="2026-02-03T16:28:01.615" v="232" actId="21"/>
          <ac:spMkLst>
            <pc:docMk/>
            <pc:sldMk cId="1173365369" sldId="257"/>
            <ac:spMk id="50" creationId="{20FF7BAB-47B6-DC9B-1471-10D1EBB6DE78}"/>
          </ac:spMkLst>
        </pc:spChg>
        <pc:spChg chg="del mod">
          <ac:chgData name="Fatima Pillosu" userId="a6295d4dc9e22643" providerId="LiveId" clId="{87453732-75AC-4426-B5D3-B7C69C2D4F54}" dt="2026-02-03T16:28:01.615" v="232" actId="21"/>
          <ac:spMkLst>
            <pc:docMk/>
            <pc:sldMk cId="1173365369" sldId="257"/>
            <ac:spMk id="51" creationId="{520D5701-7F3D-5B10-826F-8DED129EA10E}"/>
          </ac:spMkLst>
        </pc:spChg>
        <pc:spChg chg="del mod">
          <ac:chgData name="Fatima Pillosu" userId="a6295d4dc9e22643" providerId="LiveId" clId="{87453732-75AC-4426-B5D3-B7C69C2D4F54}" dt="2026-02-03T16:23:03.752" v="168" actId="478"/>
          <ac:spMkLst>
            <pc:docMk/>
            <pc:sldMk cId="1173365369" sldId="257"/>
            <ac:spMk id="52" creationId="{412C2244-44D2-7F49-C982-4650BE2E870A}"/>
          </ac:spMkLst>
        </pc:spChg>
        <pc:spChg chg="add mod">
          <ac:chgData name="Fatima Pillosu" userId="a6295d4dc9e22643" providerId="LiveId" clId="{87453732-75AC-4426-B5D3-B7C69C2D4F54}" dt="2026-02-03T16:22:12.966" v="158" actId="164"/>
          <ac:spMkLst>
            <pc:docMk/>
            <pc:sldMk cId="1173365369" sldId="257"/>
            <ac:spMk id="53" creationId="{DD35CE4F-3F57-75CC-C343-3C4B0A84494F}"/>
          </ac:spMkLst>
        </pc:spChg>
        <pc:spChg chg="add del mod">
          <ac:chgData name="Fatima Pillosu" userId="a6295d4dc9e22643" providerId="LiveId" clId="{87453732-75AC-4426-B5D3-B7C69C2D4F54}" dt="2026-02-03T16:28:01.615" v="232" actId="21"/>
          <ac:spMkLst>
            <pc:docMk/>
            <pc:sldMk cId="1173365369" sldId="257"/>
            <ac:spMk id="57" creationId="{1FD2D555-4848-ADE8-60F1-4D21ED0C26ED}"/>
          </ac:spMkLst>
        </pc:spChg>
        <pc:spChg chg="add del">
          <ac:chgData name="Fatima Pillosu" userId="a6295d4dc9e22643" providerId="LiveId" clId="{87453732-75AC-4426-B5D3-B7C69C2D4F54}" dt="2026-02-03T16:27:59.947" v="231" actId="478"/>
          <ac:spMkLst>
            <pc:docMk/>
            <pc:sldMk cId="1173365369" sldId="257"/>
            <ac:spMk id="60" creationId="{DBF808C6-F3BD-6C48-D7F4-80E0D0996CD2}"/>
          </ac:spMkLst>
        </pc:spChg>
        <pc:spChg chg="add mod">
          <ac:chgData name="Fatima Pillosu" userId="a6295d4dc9e22643" providerId="LiveId" clId="{87453732-75AC-4426-B5D3-B7C69C2D4F54}" dt="2026-02-03T16:28:12.163" v="233"/>
          <ac:spMkLst>
            <pc:docMk/>
            <pc:sldMk cId="1173365369" sldId="257"/>
            <ac:spMk id="61" creationId="{20FF7BAB-47B6-DC9B-1471-10D1EBB6DE78}"/>
          </ac:spMkLst>
        </pc:spChg>
        <pc:spChg chg="add mod">
          <ac:chgData name="Fatima Pillosu" userId="a6295d4dc9e22643" providerId="LiveId" clId="{87453732-75AC-4426-B5D3-B7C69C2D4F54}" dt="2026-02-03T16:28:12.163" v="233"/>
          <ac:spMkLst>
            <pc:docMk/>
            <pc:sldMk cId="1173365369" sldId="257"/>
            <ac:spMk id="62" creationId="{520D5701-7F3D-5B10-826F-8DED129EA10E}"/>
          </ac:spMkLst>
        </pc:spChg>
        <pc:spChg chg="add mod">
          <ac:chgData name="Fatima Pillosu" userId="a6295d4dc9e22643" providerId="LiveId" clId="{87453732-75AC-4426-B5D3-B7C69C2D4F54}" dt="2026-02-03T16:28:12.163" v="233"/>
          <ac:spMkLst>
            <pc:docMk/>
            <pc:sldMk cId="1173365369" sldId="257"/>
            <ac:spMk id="65" creationId="{1FD2D555-4848-ADE8-60F1-4D21ED0C26ED}"/>
          </ac:spMkLst>
        </pc:spChg>
        <pc:grpChg chg="add del mod">
          <ac:chgData name="Fatima Pillosu" userId="a6295d4dc9e22643" providerId="LiveId" clId="{87453732-75AC-4426-B5D3-B7C69C2D4F54}" dt="2026-02-03T16:23:03.752" v="168" actId="478"/>
          <ac:grpSpMkLst>
            <pc:docMk/>
            <pc:sldMk cId="1173365369" sldId="257"/>
            <ac:grpSpMk id="54" creationId="{2795960A-7B92-2DC2-4A4F-C95F4DB52424}"/>
          </ac:grpSpMkLst>
        </pc:grpChg>
        <pc:picChg chg="add del mod">
          <ac:chgData name="Fatima Pillosu" userId="a6295d4dc9e22643" providerId="LiveId" clId="{87453732-75AC-4426-B5D3-B7C69C2D4F54}" dt="2026-02-03T16:28:01.615" v="232" actId="21"/>
          <ac:picMkLst>
            <pc:docMk/>
            <pc:sldMk cId="1173365369" sldId="257"/>
            <ac:picMk id="55" creationId="{054FF7A4-BF32-5527-D8ED-63FA9618621F}"/>
          </ac:picMkLst>
        </pc:picChg>
        <pc:picChg chg="add del mod">
          <ac:chgData name="Fatima Pillosu" userId="a6295d4dc9e22643" providerId="LiveId" clId="{87453732-75AC-4426-B5D3-B7C69C2D4F54}" dt="2026-02-03T16:28:01.615" v="232" actId="21"/>
          <ac:picMkLst>
            <pc:docMk/>
            <pc:sldMk cId="1173365369" sldId="257"/>
            <ac:picMk id="56" creationId="{75F58BB9-DA20-3611-5A0B-EB3E76244253}"/>
          </ac:picMkLst>
        </pc:picChg>
        <pc:picChg chg="add del mod">
          <ac:chgData name="Fatima Pillosu" userId="a6295d4dc9e22643" providerId="LiveId" clId="{87453732-75AC-4426-B5D3-B7C69C2D4F54}" dt="2026-02-03T16:26:52.174" v="225" actId="478"/>
          <ac:picMkLst>
            <pc:docMk/>
            <pc:sldMk cId="1173365369" sldId="257"/>
            <ac:picMk id="58" creationId="{A6B69136-36E6-6107-7050-5CF063EEF5F3}"/>
          </ac:picMkLst>
        </pc:picChg>
        <pc:picChg chg="add del mod">
          <ac:chgData name="Fatima Pillosu" userId="a6295d4dc9e22643" providerId="LiveId" clId="{87453732-75AC-4426-B5D3-B7C69C2D4F54}" dt="2026-02-03T16:28:01.615" v="232" actId="21"/>
          <ac:picMkLst>
            <pc:docMk/>
            <pc:sldMk cId="1173365369" sldId="257"/>
            <ac:picMk id="59" creationId="{EF53FD3E-3C69-7B2D-9EFA-5B799A595DFE}"/>
          </ac:picMkLst>
        </pc:picChg>
        <pc:picChg chg="add mod">
          <ac:chgData name="Fatima Pillosu" userId="a6295d4dc9e22643" providerId="LiveId" clId="{87453732-75AC-4426-B5D3-B7C69C2D4F54}" dt="2026-02-03T16:28:12.163" v="233"/>
          <ac:picMkLst>
            <pc:docMk/>
            <pc:sldMk cId="1173365369" sldId="257"/>
            <ac:picMk id="63" creationId="{054FF7A4-BF32-5527-D8ED-63FA9618621F}"/>
          </ac:picMkLst>
        </pc:picChg>
        <pc:picChg chg="add mod">
          <ac:chgData name="Fatima Pillosu" userId="a6295d4dc9e22643" providerId="LiveId" clId="{87453732-75AC-4426-B5D3-B7C69C2D4F54}" dt="2026-02-03T16:28:12.163" v="233"/>
          <ac:picMkLst>
            <pc:docMk/>
            <pc:sldMk cId="1173365369" sldId="257"/>
            <ac:picMk id="64" creationId="{75F58BB9-DA20-3611-5A0B-EB3E76244253}"/>
          </ac:picMkLst>
        </pc:picChg>
        <pc:picChg chg="add mod">
          <ac:chgData name="Fatima Pillosu" userId="a6295d4dc9e22643" providerId="LiveId" clId="{87453732-75AC-4426-B5D3-B7C69C2D4F54}" dt="2026-02-03T16:28:12.163" v="233"/>
          <ac:picMkLst>
            <pc:docMk/>
            <pc:sldMk cId="1173365369" sldId="257"/>
            <ac:picMk id="66" creationId="{EF53FD3E-3C69-7B2D-9EFA-5B799A595DFE}"/>
          </ac:picMkLst>
        </pc:picChg>
      </pc:sldChg>
      <pc:sldChg chg="addSp delSp modSp new mod ord">
        <pc:chgData name="Fatima Pillosu" userId="a6295d4dc9e22643" providerId="LiveId" clId="{87453732-75AC-4426-B5D3-B7C69C2D4F54}" dt="2026-02-03T17:34:16.508" v="530" actId="1035"/>
        <pc:sldMkLst>
          <pc:docMk/>
          <pc:sldMk cId="1780727694" sldId="257"/>
        </pc:sldMkLst>
        <pc:spChg chg="del">
          <ac:chgData name="Fatima Pillosu" userId="a6295d4dc9e22643" providerId="LiveId" clId="{87453732-75AC-4426-B5D3-B7C69C2D4F54}" dt="2026-02-03T17:20:02.098" v="300" actId="478"/>
          <ac:spMkLst>
            <pc:docMk/>
            <pc:sldMk cId="1780727694" sldId="257"/>
            <ac:spMk id="2" creationId="{BD4DFBEF-D036-9CE6-FFD6-1FE2D231FE3D}"/>
          </ac:spMkLst>
        </pc:spChg>
        <pc:spChg chg="del">
          <ac:chgData name="Fatima Pillosu" userId="a6295d4dc9e22643" providerId="LiveId" clId="{87453732-75AC-4426-B5D3-B7C69C2D4F54}" dt="2026-02-03T17:20:01.111" v="299" actId="478"/>
          <ac:spMkLst>
            <pc:docMk/>
            <pc:sldMk cId="1780727694" sldId="257"/>
            <ac:spMk id="3" creationId="{67AFB0D5-CCB8-7884-753F-232003C1958C}"/>
          </ac:spMkLst>
        </pc:spChg>
        <pc:spChg chg="add mod">
          <ac:chgData name="Fatima Pillosu" userId="a6295d4dc9e22643" providerId="LiveId" clId="{87453732-75AC-4426-B5D3-B7C69C2D4F54}" dt="2026-02-03T17:20:56.874" v="307" actId="14100"/>
          <ac:spMkLst>
            <pc:docMk/>
            <pc:sldMk cId="1780727694" sldId="257"/>
            <ac:spMk id="4" creationId="{8820EC8A-F4B1-23E0-AC09-60AA14DF218E}"/>
          </ac:spMkLst>
        </pc:spChg>
        <pc:spChg chg="add mod">
          <ac:chgData name="Fatima Pillosu" userId="a6295d4dc9e22643" providerId="LiveId" clId="{87453732-75AC-4426-B5D3-B7C69C2D4F54}" dt="2026-02-03T17:34:16.508" v="530" actId="1035"/>
          <ac:spMkLst>
            <pc:docMk/>
            <pc:sldMk cId="1780727694" sldId="257"/>
            <ac:spMk id="5" creationId="{23E91541-D049-B518-C49C-86D0BD4FBCA2}"/>
          </ac:spMkLst>
        </pc:spChg>
        <pc:spChg chg="add mod">
          <ac:chgData name="Fatima Pillosu" userId="a6295d4dc9e22643" providerId="LiveId" clId="{87453732-75AC-4426-B5D3-B7C69C2D4F54}" dt="2026-02-03T17:34:00.592" v="517" actId="1036"/>
          <ac:spMkLst>
            <pc:docMk/>
            <pc:sldMk cId="1780727694" sldId="257"/>
            <ac:spMk id="6" creationId="{FB6688C3-6D21-88C8-D726-85D286F8BBD3}"/>
          </ac:spMkLst>
        </pc:spChg>
        <pc:spChg chg="mod">
          <ac:chgData name="Fatima Pillosu" userId="a6295d4dc9e22643" providerId="LiveId" clId="{87453732-75AC-4426-B5D3-B7C69C2D4F54}" dt="2026-02-03T17:22:17.671" v="322"/>
          <ac:spMkLst>
            <pc:docMk/>
            <pc:sldMk cId="1780727694" sldId="257"/>
            <ac:spMk id="9" creationId="{9C8448B8-C9FE-AA77-5410-F455376AF007}"/>
          </ac:spMkLst>
        </pc:spChg>
        <pc:spChg chg="mod">
          <ac:chgData name="Fatima Pillosu" userId="a6295d4dc9e22643" providerId="LiveId" clId="{87453732-75AC-4426-B5D3-B7C69C2D4F54}" dt="2026-02-03T17:22:17.671" v="322"/>
          <ac:spMkLst>
            <pc:docMk/>
            <pc:sldMk cId="1780727694" sldId="257"/>
            <ac:spMk id="10" creationId="{CB706AB8-920B-2DBF-A1F1-2B7F92741304}"/>
          </ac:spMkLst>
        </pc:spChg>
        <pc:spChg chg="mod">
          <ac:chgData name="Fatima Pillosu" userId="a6295d4dc9e22643" providerId="LiveId" clId="{87453732-75AC-4426-B5D3-B7C69C2D4F54}" dt="2026-02-03T17:22:17.671" v="322"/>
          <ac:spMkLst>
            <pc:docMk/>
            <pc:sldMk cId="1780727694" sldId="257"/>
            <ac:spMk id="11" creationId="{3C9867DE-1D9B-BA56-5693-FBC1139505E3}"/>
          </ac:spMkLst>
        </pc:spChg>
        <pc:spChg chg="mod">
          <ac:chgData name="Fatima Pillosu" userId="a6295d4dc9e22643" providerId="LiveId" clId="{87453732-75AC-4426-B5D3-B7C69C2D4F54}" dt="2026-02-03T17:22:17.671" v="322"/>
          <ac:spMkLst>
            <pc:docMk/>
            <pc:sldMk cId="1780727694" sldId="257"/>
            <ac:spMk id="12" creationId="{F1E6F884-4EC1-69D6-07CD-2E0FA5A63FCE}"/>
          </ac:spMkLst>
        </pc:spChg>
        <pc:grpChg chg="add mod">
          <ac:chgData name="Fatima Pillosu" userId="a6295d4dc9e22643" providerId="LiveId" clId="{87453732-75AC-4426-B5D3-B7C69C2D4F54}" dt="2026-02-03T17:22:17.671" v="322"/>
          <ac:grpSpMkLst>
            <pc:docMk/>
            <pc:sldMk cId="1780727694" sldId="257"/>
            <ac:grpSpMk id="8" creationId="{77663AF7-F139-D618-1F25-1C9C75CD6FA1}"/>
          </ac:grpSpMkLst>
        </pc:grpChg>
        <pc:picChg chg="add mod">
          <ac:chgData name="Fatima Pillosu" userId="a6295d4dc9e22643" providerId="LiveId" clId="{87453732-75AC-4426-B5D3-B7C69C2D4F54}" dt="2026-02-03T17:34:07.661" v="526" actId="1036"/>
          <ac:picMkLst>
            <pc:docMk/>
            <pc:sldMk cId="1780727694" sldId="257"/>
            <ac:picMk id="2" creationId="{A714BA3E-EB35-40A3-0CD9-32B8B1DEF365}"/>
          </ac:picMkLst>
        </pc:picChg>
        <pc:picChg chg="add mod">
          <ac:chgData name="Fatima Pillosu" userId="a6295d4dc9e22643" providerId="LiveId" clId="{87453732-75AC-4426-B5D3-B7C69C2D4F54}" dt="2026-02-03T17:33:49.426" v="501" actId="12788"/>
          <ac:picMkLst>
            <pc:docMk/>
            <pc:sldMk cId="1780727694" sldId="257"/>
            <ac:picMk id="3" creationId="{5C2643AB-7CF9-652D-1F61-F8E3FFDA869E}"/>
          </ac:picMkLst>
        </pc:picChg>
        <pc:picChg chg="add mod">
          <ac:chgData name="Fatima Pillosu" userId="a6295d4dc9e22643" providerId="LiveId" clId="{87453732-75AC-4426-B5D3-B7C69C2D4F54}" dt="2026-02-03T17:34:07.661" v="526" actId="1036"/>
          <ac:picMkLst>
            <pc:docMk/>
            <pc:sldMk cId="1780727694" sldId="257"/>
            <ac:picMk id="7" creationId="{DFA8B636-1A2E-E908-AC74-B3BB2C9A2E45}"/>
          </ac:picMkLst>
        </pc:picChg>
        <pc:picChg chg="add del mod">
          <ac:chgData name="Fatima Pillosu" userId="a6295d4dc9e22643" providerId="LiveId" clId="{87453732-75AC-4426-B5D3-B7C69C2D4F54}" dt="2026-02-03T17:30:15.703" v="378" actId="478"/>
          <ac:picMkLst>
            <pc:docMk/>
            <pc:sldMk cId="1780727694" sldId="257"/>
            <ac:picMk id="13" creationId="{AB85EF3C-7822-B876-6CD0-734E151CD553}"/>
          </ac:picMkLst>
        </pc:picChg>
        <pc:picChg chg="add del mod">
          <ac:chgData name="Fatima Pillosu" userId="a6295d4dc9e22643" providerId="LiveId" clId="{87453732-75AC-4426-B5D3-B7C69C2D4F54}" dt="2026-02-03T17:33:25.571" v="493" actId="478"/>
          <ac:picMkLst>
            <pc:docMk/>
            <pc:sldMk cId="1780727694" sldId="257"/>
            <ac:picMk id="14" creationId="{4171B20D-7A0C-B997-A8B3-C40F05F85190}"/>
          </ac:picMkLst>
        </pc:picChg>
      </pc:sldChg>
      <pc:sldChg chg="addSp delSp modSp add mod">
        <pc:chgData name="Fatima Pillosu" userId="a6295d4dc9e22643" providerId="LiveId" clId="{87453732-75AC-4426-B5D3-B7C69C2D4F54}" dt="2026-02-03T17:33:12.337" v="492" actId="14100"/>
        <pc:sldMkLst>
          <pc:docMk/>
          <pc:sldMk cId="1098761090" sldId="258"/>
        </pc:sldMkLst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8" creationId="{042589F9-E706-DD40-8386-999A4AA9BFEC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12" creationId="{CD7D0EE6-E388-5D0F-0F91-56D3E5C7B1B3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14" creationId="{4FE21A0E-5BA3-B888-D950-2630E37F3AC2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564" creationId="{BE9178E8-23DB-EDA4-B9C2-B9FDA8139C93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569" creationId="{8ADA33E9-42A6-770D-8A62-D43F2720A6E3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570" creationId="{7A14CDC5-5882-B6E2-A342-8612ED176BCC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708" creationId="{41ACDD27-1F9E-99BA-15C8-3BB51D344658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713" creationId="{FCABC799-7230-B5C0-4ACE-7EDC1F686F70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715" creationId="{225153C5-AD9E-E198-8693-D3C5A12C9B19}"/>
          </ac:spMkLst>
        </pc:spChg>
        <pc:spChg chg="del">
          <ac:chgData name="Fatima Pillosu" userId="a6295d4dc9e22643" providerId="LiveId" clId="{87453732-75AC-4426-B5D3-B7C69C2D4F54}" dt="2026-02-03T17:20:48.048" v="305" actId="478"/>
          <ac:spMkLst>
            <pc:docMk/>
            <pc:sldMk cId="1098761090" sldId="258"/>
            <ac:spMk id="720" creationId="{8FBEAF3F-447B-5FAE-B132-49C3A08F64B4}"/>
          </ac:spMkLst>
        </pc:spChg>
        <pc:spChg chg="del">
          <ac:chgData name="Fatima Pillosu" userId="a6295d4dc9e22643" providerId="LiveId" clId="{87453732-75AC-4426-B5D3-B7C69C2D4F54}" dt="2026-02-03T17:21:08.853" v="309" actId="478"/>
          <ac:spMkLst>
            <pc:docMk/>
            <pc:sldMk cId="1098761090" sldId="258"/>
            <ac:spMk id="723" creationId="{945B71A4-AE51-BDD5-1CF7-CC6303FE0C21}"/>
          </ac:spMkLst>
        </pc:spChg>
        <pc:spChg chg="mod topLvl">
          <ac:chgData name="Fatima Pillosu" userId="a6295d4dc9e22643" providerId="LiveId" clId="{87453732-75AC-4426-B5D3-B7C69C2D4F54}" dt="2026-02-03T17:32:32.708" v="420" actId="12788"/>
          <ac:spMkLst>
            <pc:docMk/>
            <pc:sldMk cId="1098761090" sldId="258"/>
            <ac:spMk id="726" creationId="{C10E1803-3FC9-AF71-F017-C81947F13BD7}"/>
          </ac:spMkLst>
        </pc:spChg>
        <pc:spChg chg="mod">
          <ac:chgData name="Fatima Pillosu" userId="a6295d4dc9e22643" providerId="LiveId" clId="{87453732-75AC-4426-B5D3-B7C69C2D4F54}" dt="2026-02-03T17:31:02.339" v="385" actId="164"/>
          <ac:spMkLst>
            <pc:docMk/>
            <pc:sldMk cId="1098761090" sldId="258"/>
            <ac:spMk id="727" creationId="{5A7E0B35-BEE3-5B5F-38DC-D36FCD21485F}"/>
          </ac:spMkLst>
        </pc:spChg>
        <pc:spChg chg="mod">
          <ac:chgData name="Fatima Pillosu" userId="a6295d4dc9e22643" providerId="LiveId" clId="{87453732-75AC-4426-B5D3-B7C69C2D4F54}" dt="2026-02-03T17:32:32.708" v="420" actId="12788"/>
          <ac:spMkLst>
            <pc:docMk/>
            <pc:sldMk cId="1098761090" sldId="258"/>
            <ac:spMk id="729" creationId="{BD52DE52-0069-F75C-BE0A-8F15053EA0F0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874" creationId="{EE1073DD-F966-A095-C7E4-5982F6B35474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19" creationId="{474386FA-F024-040C-C02A-28CC575A2173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23" creationId="{C7535DA8-A923-D0C1-921A-CCF0F5BB5692}"/>
          </ac:spMkLst>
        </pc:spChg>
        <pc:spChg chg="mod">
          <ac:chgData name="Fatima Pillosu" userId="a6295d4dc9e22643" providerId="LiveId" clId="{87453732-75AC-4426-B5D3-B7C69C2D4F54}" dt="2026-02-03T17:32:58.515" v="489" actId="12789"/>
          <ac:spMkLst>
            <pc:docMk/>
            <pc:sldMk cId="1098761090" sldId="258"/>
            <ac:spMk id="924" creationId="{C320F6B0-D421-5656-54AE-F22D6834553F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27" creationId="{0FF0055A-A755-9ADE-0F4E-6F1566550CE1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50" creationId="{99606B1F-25B8-181F-BA80-F86623395C98}"/>
          </ac:spMkLst>
        </pc:spChg>
        <pc:spChg chg="mod">
          <ac:chgData name="Fatima Pillosu" userId="a6295d4dc9e22643" providerId="LiveId" clId="{87453732-75AC-4426-B5D3-B7C69C2D4F54}" dt="2026-02-03T17:31:02.339" v="385" actId="164"/>
          <ac:spMkLst>
            <pc:docMk/>
            <pc:sldMk cId="1098761090" sldId="258"/>
            <ac:spMk id="954" creationId="{EAEBF2E8-09A7-CCA4-7E02-5683D3F8E737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57" creationId="{47A9EBC4-6DA4-31E2-FEC1-C968ACEDDFC2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62" creationId="{4EFF774A-4B34-6CA6-224B-3E669C32FE3A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64" creationId="{528E6742-29A2-E5DC-98AA-214143E0AA36}"/>
          </ac:spMkLst>
        </pc:spChg>
        <pc:spChg chg="mod topLvl">
          <ac:chgData name="Fatima Pillosu" userId="a6295d4dc9e22643" providerId="LiveId" clId="{87453732-75AC-4426-B5D3-B7C69C2D4F54}" dt="2026-02-03T17:30:40.512" v="383" actId="165"/>
          <ac:spMkLst>
            <pc:docMk/>
            <pc:sldMk cId="1098761090" sldId="258"/>
            <ac:spMk id="968" creationId="{12B22E13-D872-67B6-6F2D-48D71D5003C1}"/>
          </ac:spMkLst>
        </pc:spChg>
        <pc:grpChg chg="add mod">
          <ac:chgData name="Fatima Pillosu" userId="a6295d4dc9e22643" providerId="LiveId" clId="{87453732-75AC-4426-B5D3-B7C69C2D4F54}" dt="2026-02-03T17:32:58.515" v="489" actId="12789"/>
          <ac:grpSpMkLst>
            <pc:docMk/>
            <pc:sldMk cId="1098761090" sldId="258"/>
            <ac:grpSpMk id="2" creationId="{F9CC57FB-0240-84C0-A173-8CF23733D300}"/>
          </ac:grpSpMkLst>
        </pc:grpChg>
        <pc:grpChg chg="mod">
          <ac:chgData name="Fatima Pillosu" userId="a6295d4dc9e22643" providerId="LiveId" clId="{87453732-75AC-4426-B5D3-B7C69C2D4F54}" dt="2026-02-03T17:21:17.408" v="310" actId="1076"/>
          <ac:grpSpMkLst>
            <pc:docMk/>
            <pc:sldMk cId="1098761090" sldId="258"/>
            <ac:grpSpMk id="725" creationId="{7015B24F-640A-D4FC-D0F7-45807A0AA57D}"/>
          </ac:grpSpMkLst>
        </pc:grpChg>
        <pc:picChg chg="mod">
          <ac:chgData name="Fatima Pillosu" userId="a6295d4dc9e22643" providerId="LiveId" clId="{87453732-75AC-4426-B5D3-B7C69C2D4F54}" dt="2026-02-03T17:32:32.708" v="420" actId="12788"/>
          <ac:picMkLst>
            <pc:docMk/>
            <pc:sldMk cId="1098761090" sldId="258"/>
            <ac:picMk id="728" creationId="{802BA69C-12D4-485D-AA07-D5D16EF1B0B1}"/>
          </ac:picMkLst>
        </pc:picChg>
        <pc:picChg chg="mod">
          <ac:chgData name="Fatima Pillosu" userId="a6295d4dc9e22643" providerId="LiveId" clId="{87453732-75AC-4426-B5D3-B7C69C2D4F54}" dt="2026-02-03T17:31:02.339" v="385" actId="164"/>
          <ac:picMkLst>
            <pc:docMk/>
            <pc:sldMk cId="1098761090" sldId="258"/>
            <ac:picMk id="952" creationId="{66023214-220A-F8D6-0405-4CAFE41869A4}"/>
          </ac:picMkLst>
        </pc:picChg>
        <pc:cxnChg chg="add mod">
          <ac:chgData name="Fatima Pillosu" userId="a6295d4dc9e22643" providerId="LiveId" clId="{87453732-75AC-4426-B5D3-B7C69C2D4F54}" dt="2026-02-03T17:33:12.337" v="492" actId="14100"/>
          <ac:cxnSpMkLst>
            <pc:docMk/>
            <pc:sldMk cId="1098761090" sldId="258"/>
            <ac:cxnSpMk id="4" creationId="{90F265BF-0482-7EB1-B625-9BF7A5B4FBAE}"/>
          </ac:cxnSpMkLst>
        </pc:cxnChg>
        <pc:cxnChg chg="add mod">
          <ac:chgData name="Fatima Pillosu" userId="a6295d4dc9e22643" providerId="LiveId" clId="{87453732-75AC-4426-B5D3-B7C69C2D4F54}" dt="2026-02-03T17:33:06.507" v="491" actId="14100"/>
          <ac:cxnSpMkLst>
            <pc:docMk/>
            <pc:sldMk cId="1098761090" sldId="258"/>
            <ac:cxnSpMk id="6" creationId="{FDFF82BC-E0FF-E0CC-0EF3-010773F2B4C8}"/>
          </ac:cxnSpMkLst>
        </pc:cxnChg>
        <pc:cxnChg chg="mod">
          <ac:chgData name="Fatima Pillosu" userId="a6295d4dc9e22643" providerId="LiveId" clId="{87453732-75AC-4426-B5D3-B7C69C2D4F54}" dt="2026-02-03T17:31:17.825" v="388" actId="12788"/>
          <ac:cxnSpMkLst>
            <pc:docMk/>
            <pc:sldMk cId="1098761090" sldId="258"/>
            <ac:cxnSpMk id="916" creationId="{3C6B9873-97A5-6A82-B532-DEF417F013EA}"/>
          </ac:cxnSpMkLst>
        </pc:cxnChg>
        <pc:cxnChg chg="mod">
          <ac:chgData name="Fatima Pillosu" userId="a6295d4dc9e22643" providerId="LiveId" clId="{87453732-75AC-4426-B5D3-B7C69C2D4F54}" dt="2026-02-03T17:31:17.825" v="388" actId="12788"/>
          <ac:cxnSpMkLst>
            <pc:docMk/>
            <pc:sldMk cId="1098761090" sldId="258"/>
            <ac:cxnSpMk id="917" creationId="{7825BE75-7831-0889-A14A-794C18AD0C06}"/>
          </ac:cxnSpMkLst>
        </pc:cxnChg>
        <pc:cxnChg chg="mod">
          <ac:chgData name="Fatima Pillosu" userId="a6295d4dc9e22643" providerId="LiveId" clId="{87453732-75AC-4426-B5D3-B7C69C2D4F54}" dt="2026-02-03T17:31:02.339" v="385" actId="164"/>
          <ac:cxnSpMkLst>
            <pc:docMk/>
            <pc:sldMk cId="1098761090" sldId="258"/>
            <ac:cxnSpMk id="953" creationId="{34005379-8F7B-CBF1-1BC9-70969B3F36A4}"/>
          </ac:cxnSpMkLst>
        </pc:cxnChg>
        <pc:cxnChg chg="mod">
          <ac:chgData name="Fatima Pillosu" userId="a6295d4dc9e22643" providerId="LiveId" clId="{87453732-75AC-4426-B5D3-B7C69C2D4F54}" dt="2026-02-03T17:31:02.339" v="385" actId="164"/>
          <ac:cxnSpMkLst>
            <pc:docMk/>
            <pc:sldMk cId="1098761090" sldId="258"/>
            <ac:cxnSpMk id="955" creationId="{140C0A08-3923-F459-6C79-25FEBB86F9B7}"/>
          </ac:cxnSpMkLst>
        </pc:cxnChg>
        <pc:cxnChg chg="mod">
          <ac:chgData name="Fatima Pillosu" userId="a6295d4dc9e22643" providerId="LiveId" clId="{87453732-75AC-4426-B5D3-B7C69C2D4F54}" dt="2026-02-03T17:31:02.339" v="385" actId="164"/>
          <ac:cxnSpMkLst>
            <pc:docMk/>
            <pc:sldMk cId="1098761090" sldId="258"/>
            <ac:cxnSpMk id="956" creationId="{3C5C7695-0132-FA50-55F7-F3F440BF970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09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87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82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82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33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97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77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62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5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4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0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68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23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15FFF-774B-4959-AFD3-DA6550CD264C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9C99C-4EFB-43B4-BE8D-CE17F162A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15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5" Type="http://schemas.openxmlformats.org/officeDocument/2006/relationships/image" Target="../media/image9.sv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20EC8A-F4B1-23E0-AC09-60AA14DF218E}"/>
              </a:ext>
            </a:extLst>
          </p:cNvPr>
          <p:cNvSpPr txBox="1"/>
          <p:nvPr/>
        </p:nvSpPr>
        <p:spPr>
          <a:xfrm>
            <a:off x="-61498" y="-43068"/>
            <a:ext cx="6001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Graphical representation of the ecPoint post-processing technique</a:t>
            </a:r>
          </a:p>
          <a:p>
            <a:pPr defTabSz="914126" eaLnBrk="0" fontAlgn="base" hangingPunct="0">
              <a:spcBef>
                <a:spcPct val="0"/>
              </a:spcBef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Mapping function and decision tree</a:t>
            </a:r>
            <a:endParaRPr lang="en-GB" sz="10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91541-D049-B518-C49C-86D0BD4FBCA2}"/>
              </a:ext>
            </a:extLst>
          </p:cNvPr>
          <p:cNvSpPr txBox="1"/>
          <p:nvPr/>
        </p:nvSpPr>
        <p:spPr>
          <a:xfrm>
            <a:off x="-65373" y="367967"/>
            <a:ext cx="6013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(a) Error formulation for accumulated variables (Forecast Error Ratio, FER), and errors’ distribution for all cases in the training dataset (Mapping Function, MF)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688C3-6D21-88C8-D726-85D286F8BBD3}"/>
              </a:ext>
            </a:extLst>
          </p:cNvPr>
          <p:cNvSpPr txBox="1"/>
          <p:nvPr/>
        </p:nvSpPr>
        <p:spPr>
          <a:xfrm>
            <a:off x="-61499" y="2956371"/>
            <a:ext cx="60099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(b) Univariate and multivariate ecPoint represented, respectively, as a “single-leaf” and “multiple-leaf” decision tree (DT) 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A8B636-1A2E-E908-AC74-B3BB2C9A2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755" y="619186"/>
            <a:ext cx="4349670" cy="23033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14BA3E-EB35-40A3-0CD9-32B8B1DEF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73" y="776098"/>
            <a:ext cx="1731414" cy="1579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2643AB-7CF9-652D-1F61-F8E3FFDA8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8" y="3208421"/>
            <a:ext cx="5891288" cy="291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2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roup 976">
            <a:extLst>
              <a:ext uri="{FF2B5EF4-FFF2-40B4-BE49-F238E27FC236}">
                <a16:creationId xmlns:a16="http://schemas.microsoft.com/office/drawing/2014/main" id="{0C76E4B1-E656-AD06-A0B0-BDC9DF18E707}"/>
              </a:ext>
            </a:extLst>
          </p:cNvPr>
          <p:cNvGrpSpPr/>
          <p:nvPr/>
        </p:nvGrpSpPr>
        <p:grpSpPr>
          <a:xfrm>
            <a:off x="312510" y="2251663"/>
            <a:ext cx="5257505" cy="2765563"/>
            <a:chOff x="312510" y="2251663"/>
            <a:chExt cx="5257505" cy="27655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0F9670-B9DC-3A8F-9F02-A2C0701FD1FA}"/>
                </a:ext>
              </a:extLst>
            </p:cNvPr>
            <p:cNvSpPr txBox="1"/>
            <p:nvPr/>
          </p:nvSpPr>
          <p:spPr>
            <a:xfrm rot="16200000">
              <a:off x="-588129" y="3255465"/>
              <a:ext cx="201672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Relative Frequencies [-]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27EE3F-3DF7-20A6-E100-6B8CFCFCDC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35" t="4553" r="1694" b="13573"/>
            <a:stretch/>
          </p:blipFill>
          <p:spPr>
            <a:xfrm>
              <a:off x="710695" y="2354828"/>
              <a:ext cx="4859320" cy="205944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4BD190-4A31-4B05-5804-402F2B2986C3}"/>
                </a:ext>
              </a:extLst>
            </p:cNvPr>
            <p:cNvSpPr/>
            <p:nvPr/>
          </p:nvSpPr>
          <p:spPr>
            <a:xfrm>
              <a:off x="778503" y="2472641"/>
              <a:ext cx="2661540" cy="1388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699000-ED7E-C2F2-63FB-1C6BD14392C8}"/>
                </a:ext>
              </a:extLst>
            </p:cNvPr>
            <p:cNvSpPr/>
            <p:nvPr/>
          </p:nvSpPr>
          <p:spPr>
            <a:xfrm>
              <a:off x="1777796" y="2683991"/>
              <a:ext cx="331426" cy="1388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AE80CA-AA85-D6FC-EB86-E2B842DBB6D2}"/>
                </a:ext>
              </a:extLst>
            </p:cNvPr>
            <p:cNvSpPr/>
            <p:nvPr/>
          </p:nvSpPr>
          <p:spPr>
            <a:xfrm>
              <a:off x="3326423" y="2901493"/>
              <a:ext cx="2164332" cy="14173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2FF645-5230-0124-ABD4-9D75899ED511}"/>
                </a:ext>
              </a:extLst>
            </p:cNvPr>
            <p:cNvSpPr/>
            <p:nvPr/>
          </p:nvSpPr>
          <p:spPr>
            <a:xfrm>
              <a:off x="3562906" y="2982899"/>
              <a:ext cx="37798" cy="13886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CF370B-5B63-69E2-972C-955347231647}"/>
                </a:ext>
              </a:extLst>
            </p:cNvPr>
            <p:cNvSpPr txBox="1"/>
            <p:nvPr/>
          </p:nvSpPr>
          <p:spPr>
            <a:xfrm>
              <a:off x="710695" y="4801782"/>
              <a:ext cx="485164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FER [-]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4E8169-914B-50F7-97EC-E135BD3EC066}"/>
                </a:ext>
              </a:extLst>
            </p:cNvPr>
            <p:cNvSpPr txBox="1"/>
            <p:nvPr/>
          </p:nvSpPr>
          <p:spPr>
            <a:xfrm>
              <a:off x="422039" y="3476167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A7B3DF-0818-6724-1275-A9CC71FA91BA}"/>
                </a:ext>
              </a:extLst>
            </p:cNvPr>
            <p:cNvSpPr txBox="1"/>
            <p:nvPr/>
          </p:nvSpPr>
          <p:spPr>
            <a:xfrm>
              <a:off x="422039" y="3680251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5FEF63-C192-14DF-107D-C62BA44F1ED8}"/>
                </a:ext>
              </a:extLst>
            </p:cNvPr>
            <p:cNvSpPr txBox="1"/>
            <p:nvPr/>
          </p:nvSpPr>
          <p:spPr>
            <a:xfrm>
              <a:off x="422039" y="3884335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2216EF-4E08-7523-1C33-63C93BFE2023}"/>
                </a:ext>
              </a:extLst>
            </p:cNvPr>
            <p:cNvSpPr txBox="1"/>
            <p:nvPr/>
          </p:nvSpPr>
          <p:spPr>
            <a:xfrm>
              <a:off x="422039" y="408841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9F2136-11A8-B5AD-410C-A45BBF48D851}"/>
                </a:ext>
              </a:extLst>
            </p:cNvPr>
            <p:cNvSpPr txBox="1"/>
            <p:nvPr/>
          </p:nvSpPr>
          <p:spPr>
            <a:xfrm>
              <a:off x="422039" y="4292506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EEF733-7C45-DAAD-23CD-418D914A59FF}"/>
                </a:ext>
              </a:extLst>
            </p:cNvPr>
            <p:cNvSpPr txBox="1"/>
            <p:nvPr/>
          </p:nvSpPr>
          <p:spPr>
            <a:xfrm>
              <a:off x="422039" y="2251663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1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179F2E5-C6FF-A5D5-BBF7-88A77515CE9A}"/>
                </a:ext>
              </a:extLst>
            </p:cNvPr>
            <p:cNvSpPr txBox="1"/>
            <p:nvPr/>
          </p:nvSpPr>
          <p:spPr>
            <a:xfrm>
              <a:off x="422039" y="2455747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0.9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63D808C7-5C6B-D60D-6E22-CD14550D35D5}"/>
                </a:ext>
              </a:extLst>
            </p:cNvPr>
            <p:cNvSpPr txBox="1"/>
            <p:nvPr/>
          </p:nvSpPr>
          <p:spPr>
            <a:xfrm>
              <a:off x="422039" y="2659831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0.8</a:t>
              </a: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78D33D84-34D1-8387-09A4-1EA34B3769AE}"/>
                </a:ext>
              </a:extLst>
            </p:cNvPr>
            <p:cNvSpPr txBox="1"/>
            <p:nvPr/>
          </p:nvSpPr>
          <p:spPr>
            <a:xfrm>
              <a:off x="422039" y="2863915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0.7</a:t>
              </a: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CF03BAB7-135C-B9F3-96FF-651D618D3550}"/>
                </a:ext>
              </a:extLst>
            </p:cNvPr>
            <p:cNvSpPr txBox="1"/>
            <p:nvPr/>
          </p:nvSpPr>
          <p:spPr>
            <a:xfrm>
              <a:off x="422039" y="306799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0.6</a:t>
              </a:r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B306662D-3F1D-5B27-8F69-3A6869877878}"/>
                </a:ext>
              </a:extLst>
            </p:cNvPr>
            <p:cNvSpPr txBox="1"/>
            <p:nvPr/>
          </p:nvSpPr>
          <p:spPr>
            <a:xfrm>
              <a:off x="422039" y="3272083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GB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0.5</a:t>
              </a:r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F5E3E7F2-74CD-62E3-8A5C-FD3614D4BEDA}"/>
                </a:ext>
              </a:extLst>
            </p:cNvPr>
            <p:cNvSpPr txBox="1"/>
            <p:nvPr/>
          </p:nvSpPr>
          <p:spPr>
            <a:xfrm rot="18900000">
              <a:off x="820420" y="440184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-1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287280E2-7818-CACB-6252-370F82CEDBD5}"/>
                </a:ext>
              </a:extLst>
            </p:cNvPr>
            <p:cNvSpPr txBox="1"/>
            <p:nvPr/>
          </p:nvSpPr>
          <p:spPr>
            <a:xfrm rot="18900000">
              <a:off x="782276" y="4531655"/>
              <a:ext cx="7271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-1 to -0.75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86089FEC-2278-C079-DCBB-7A50144475AB}"/>
                </a:ext>
              </a:extLst>
            </p:cNvPr>
            <p:cNvSpPr txBox="1"/>
            <p:nvPr/>
          </p:nvSpPr>
          <p:spPr>
            <a:xfrm rot="18900000">
              <a:off x="1031371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-0.75 to -0.5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7" name="TextBox 566">
              <a:extLst>
                <a:ext uri="{FF2B5EF4-FFF2-40B4-BE49-F238E27FC236}">
                  <a16:creationId xmlns:a16="http://schemas.microsoft.com/office/drawing/2014/main" id="{6A5F783F-4454-E7E5-F050-00FCB38103F6}"/>
                </a:ext>
              </a:extLst>
            </p:cNvPr>
            <p:cNvSpPr txBox="1"/>
            <p:nvPr/>
          </p:nvSpPr>
          <p:spPr>
            <a:xfrm rot="18900000">
              <a:off x="1329007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-0.5 to -0.25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15FD003F-BBD5-5F51-52AF-9E35B3EB33F9}"/>
                </a:ext>
              </a:extLst>
            </p:cNvPr>
            <p:cNvSpPr txBox="1"/>
            <p:nvPr/>
          </p:nvSpPr>
          <p:spPr>
            <a:xfrm rot="18900000">
              <a:off x="1645693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-0.25 to 0.25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6A8BD231-0C6E-38AC-84FD-01F3547E1375}"/>
                </a:ext>
              </a:extLst>
            </p:cNvPr>
            <p:cNvSpPr txBox="1"/>
            <p:nvPr/>
          </p:nvSpPr>
          <p:spPr>
            <a:xfrm rot="18900000">
              <a:off x="1933804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0.25 to 0.5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032A67A3-654D-717D-0F1B-595346E199C9}"/>
                </a:ext>
              </a:extLst>
            </p:cNvPr>
            <p:cNvSpPr txBox="1"/>
            <p:nvPr/>
          </p:nvSpPr>
          <p:spPr>
            <a:xfrm rot="18900000">
              <a:off x="2231440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0.5 to 0.75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id="{EF3606A8-1D00-7F4E-24FF-0E81E2E75690}"/>
                </a:ext>
              </a:extLst>
            </p:cNvPr>
            <p:cNvSpPr txBox="1"/>
            <p:nvPr/>
          </p:nvSpPr>
          <p:spPr>
            <a:xfrm rot="18900000">
              <a:off x="2529076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0.75 to 1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5CD3C202-C2E4-81A3-5E2C-5AE16B3A55D1}"/>
                </a:ext>
              </a:extLst>
            </p:cNvPr>
            <p:cNvSpPr txBox="1"/>
            <p:nvPr/>
          </p:nvSpPr>
          <p:spPr>
            <a:xfrm rot="18900000">
              <a:off x="2845762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1 to 2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E6E4CB50-F552-CC10-F438-12FBED92FD68}"/>
                </a:ext>
              </a:extLst>
            </p:cNvPr>
            <p:cNvSpPr txBox="1"/>
            <p:nvPr/>
          </p:nvSpPr>
          <p:spPr>
            <a:xfrm rot="18900000">
              <a:off x="3145759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2 to 3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B5BD08C9-137B-7E59-12B1-FDF198AABE7D}"/>
                </a:ext>
              </a:extLst>
            </p:cNvPr>
            <p:cNvSpPr txBox="1"/>
            <p:nvPr/>
          </p:nvSpPr>
          <p:spPr>
            <a:xfrm rot="18900000">
              <a:off x="3438673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3 to 5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5A5A82FD-66EE-B741-55F4-53BE0A2A6018}"/>
                </a:ext>
              </a:extLst>
            </p:cNvPr>
            <p:cNvSpPr txBox="1"/>
            <p:nvPr/>
          </p:nvSpPr>
          <p:spPr>
            <a:xfrm rot="18900000">
              <a:off x="3757720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5 to 10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04" name="TextBox 703">
              <a:extLst>
                <a:ext uri="{FF2B5EF4-FFF2-40B4-BE49-F238E27FC236}">
                  <a16:creationId xmlns:a16="http://schemas.microsoft.com/office/drawing/2014/main" id="{485FDC7C-3DDA-2EED-D2B5-29D6F3DE0D39}"/>
                </a:ext>
              </a:extLst>
            </p:cNvPr>
            <p:cNvSpPr txBox="1"/>
            <p:nvPr/>
          </p:nvSpPr>
          <p:spPr>
            <a:xfrm rot="18900000">
              <a:off x="4055356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10 to 25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05" name="TextBox 704">
              <a:extLst>
                <a:ext uri="{FF2B5EF4-FFF2-40B4-BE49-F238E27FC236}">
                  <a16:creationId xmlns:a16="http://schemas.microsoft.com/office/drawing/2014/main" id="{847B5E79-0C69-8AC4-BEAC-E08FF089B9B0}"/>
                </a:ext>
              </a:extLst>
            </p:cNvPr>
            <p:cNvSpPr txBox="1"/>
            <p:nvPr/>
          </p:nvSpPr>
          <p:spPr>
            <a:xfrm rot="18900000">
              <a:off x="4363300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25 to 50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06" name="TextBox 705">
              <a:extLst>
                <a:ext uri="{FF2B5EF4-FFF2-40B4-BE49-F238E27FC236}">
                  <a16:creationId xmlns:a16="http://schemas.microsoft.com/office/drawing/2014/main" id="{C729B2FE-2F22-46F6-3E91-9BC0BE993564}"/>
                </a:ext>
              </a:extLst>
            </p:cNvPr>
            <p:cNvSpPr txBox="1"/>
            <p:nvPr/>
          </p:nvSpPr>
          <p:spPr>
            <a:xfrm rot="18900000">
              <a:off x="4660930" y="4561742"/>
              <a:ext cx="812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126" eaLnBrk="0" fontAlgn="base" hangingPunct="0">
                <a:spcBef>
                  <a:spcPct val="0"/>
                </a:spcBef>
              </a:pPr>
              <a:r>
                <a:rPr lang="en-US" sz="80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&gt;50</a:t>
              </a:r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07" name="Straight Arrow Connector 706">
              <a:extLst>
                <a:ext uri="{FF2B5EF4-FFF2-40B4-BE49-F238E27FC236}">
                  <a16:creationId xmlns:a16="http://schemas.microsoft.com/office/drawing/2014/main" id="{8080C198-1846-D9B7-73D4-CEADD65F5EE0}"/>
                </a:ext>
              </a:extLst>
            </p:cNvPr>
            <p:cNvCxnSpPr/>
            <p:nvPr/>
          </p:nvCxnSpPr>
          <p:spPr>
            <a:xfrm flipV="1">
              <a:off x="1033159" y="3671031"/>
              <a:ext cx="0" cy="18000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8" name="TextBox 707">
              <a:extLst>
                <a:ext uri="{FF2B5EF4-FFF2-40B4-BE49-F238E27FC236}">
                  <a16:creationId xmlns:a16="http://schemas.microsoft.com/office/drawing/2014/main" id="{124A1F7A-8D81-C4ED-1CF7-339111F3BD5A}"/>
                </a:ext>
              </a:extLst>
            </p:cNvPr>
            <p:cNvSpPr txBox="1"/>
            <p:nvPr/>
          </p:nvSpPr>
          <p:spPr>
            <a:xfrm>
              <a:off x="794475" y="3325458"/>
              <a:ext cx="15016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 = 0</a:t>
              </a:r>
            </a:p>
            <a:p>
              <a:pPr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when F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gridCAL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 &gt;= 1mm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09" name="Straight Arrow Connector 708">
              <a:extLst>
                <a:ext uri="{FF2B5EF4-FFF2-40B4-BE49-F238E27FC236}">
                  <a16:creationId xmlns:a16="http://schemas.microsoft.com/office/drawing/2014/main" id="{B4CE250C-946B-E330-B4AE-0FCE02EAD020}"/>
                </a:ext>
              </a:extLst>
            </p:cNvPr>
            <p:cNvCxnSpPr>
              <a:cxnSpLocks/>
            </p:cNvCxnSpPr>
            <p:nvPr/>
          </p:nvCxnSpPr>
          <p:spPr>
            <a:xfrm>
              <a:off x="2291909" y="2969085"/>
              <a:ext cx="3168000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Arrow Connector 709">
              <a:extLst>
                <a:ext uri="{FF2B5EF4-FFF2-40B4-BE49-F238E27FC236}">
                  <a16:creationId xmlns:a16="http://schemas.microsoft.com/office/drawing/2014/main" id="{CC802D79-A266-5EFF-0F53-EF76232B18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4475" y="2969085"/>
              <a:ext cx="1400667" cy="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45FE07C0-C8F5-141A-561A-067EAB2840E0}"/>
                </a:ext>
              </a:extLst>
            </p:cNvPr>
            <p:cNvSpPr txBox="1"/>
            <p:nvPr/>
          </p:nvSpPr>
          <p:spPr>
            <a:xfrm>
              <a:off x="645987" y="2969085"/>
              <a:ext cx="16897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drier than F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gridCAL</a:t>
              </a:r>
            </a:p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model overestimates 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endParaRPr lang="en-GB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FCC45529-6055-C58D-5B60-13F401179F4A}"/>
                </a:ext>
              </a:extLst>
            </p:cNvPr>
            <p:cNvSpPr txBox="1"/>
            <p:nvPr/>
          </p:nvSpPr>
          <p:spPr>
            <a:xfrm>
              <a:off x="2242146" y="2949537"/>
              <a:ext cx="32486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wetter than F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gridCAL</a:t>
              </a:r>
            </a:p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model underestimates 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endParaRPr lang="en-GB" sz="800" baseline="-250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3" name="Left Brace 712">
              <a:extLst>
                <a:ext uri="{FF2B5EF4-FFF2-40B4-BE49-F238E27FC236}">
                  <a16:creationId xmlns:a16="http://schemas.microsoft.com/office/drawing/2014/main" id="{8C54A99F-18DF-C081-2270-42F08648AE8F}"/>
                </a:ext>
              </a:extLst>
            </p:cNvPr>
            <p:cNvSpPr/>
            <p:nvPr/>
          </p:nvSpPr>
          <p:spPr>
            <a:xfrm rot="5400000">
              <a:off x="4524005" y="3429402"/>
              <a:ext cx="259108" cy="1515533"/>
            </a:xfrm>
            <a:prstGeom prst="leftBrace">
              <a:avLst>
                <a:gd name="adj1" fmla="val 172928"/>
                <a:gd name="adj2" fmla="val 50000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4" name="TextBox 713">
              <a:extLst>
                <a:ext uri="{FF2B5EF4-FFF2-40B4-BE49-F238E27FC236}">
                  <a16:creationId xmlns:a16="http://schemas.microsoft.com/office/drawing/2014/main" id="{8F186772-691A-0E8C-AEB4-D9F790E022C0}"/>
                </a:ext>
              </a:extLst>
            </p:cNvPr>
            <p:cNvSpPr txBox="1"/>
            <p:nvPr/>
          </p:nvSpPr>
          <p:spPr>
            <a:xfrm>
              <a:off x="3895792" y="3351956"/>
              <a:ext cx="153461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O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point</a:t>
              </a:r>
              <a:r>
                <a:rPr 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 3 or more times wetter than F</a:t>
              </a:r>
              <a:r>
                <a:rPr lang="en-US" sz="800" b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gridCAL</a:t>
              </a:r>
            </a:p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higher risk of flash floods, depending on the prediction of rainfall values 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5" name="TextBox 714">
              <a:extLst>
                <a:ext uri="{FF2B5EF4-FFF2-40B4-BE49-F238E27FC236}">
                  <a16:creationId xmlns:a16="http://schemas.microsoft.com/office/drawing/2014/main" id="{152563CF-3D1E-959D-111B-AFA9001360B0}"/>
                </a:ext>
              </a:extLst>
            </p:cNvPr>
            <p:cNvSpPr txBox="1"/>
            <p:nvPr/>
          </p:nvSpPr>
          <p:spPr>
            <a:xfrm>
              <a:off x="1366878" y="2476872"/>
              <a:ext cx="17662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 eaLnBrk="0" fontAlgn="base" hangingPunct="0">
                <a:spcBef>
                  <a:spcPct val="0"/>
                </a:spcBef>
              </a:pP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O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point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 within 25% of F</a:t>
              </a:r>
              <a:r>
                <a:rPr lang="en-US" sz="800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Calibri Light" panose="020F0302020204030204" pitchFamily="34" charset="0"/>
                  <a:cs typeface="Calibri Light" panose="020F0302020204030204" pitchFamily="34" charset="0"/>
                </a:rPr>
                <a:t>gridCAL</a:t>
              </a:r>
              <a:endParaRPr lang="en-GB" sz="800" dirty="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1F3AAFE2-0005-3FFA-D41B-11A4CB30E651}"/>
                </a:ext>
              </a:extLst>
            </p:cNvPr>
            <p:cNvSpPr/>
            <p:nvPr/>
          </p:nvSpPr>
          <p:spPr>
            <a:xfrm>
              <a:off x="1974657" y="3804743"/>
              <a:ext cx="565751" cy="262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solidFill>
                  <a:schemeClr val="tx1">
                    <a:lumMod val="65000"/>
                    <a:lumOff val="3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717" name="Straight Arrow Connector 716">
              <a:extLst>
                <a:ext uri="{FF2B5EF4-FFF2-40B4-BE49-F238E27FC236}">
                  <a16:creationId xmlns:a16="http://schemas.microsoft.com/office/drawing/2014/main" id="{B9CB41C7-ADEF-1841-9020-336D07BC0D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42146" y="2678032"/>
              <a:ext cx="0" cy="1368000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8" name="TextBox 717">
                <a:extLst>
                  <a:ext uri="{FF2B5EF4-FFF2-40B4-BE49-F238E27FC236}">
                    <a16:creationId xmlns:a16="http://schemas.microsoft.com/office/drawing/2014/main" id="{9A1A1337-286B-F58B-4806-26E1A4EBD115}"/>
                  </a:ext>
                </a:extLst>
              </p:cNvPr>
              <p:cNvSpPr txBox="1"/>
              <p:nvPr/>
            </p:nvSpPr>
            <p:spPr>
              <a:xfrm>
                <a:off x="2219741" y="604944"/>
                <a:ext cx="1689732" cy="300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 eaLnBrk="0" fontAlgn="base" hangingPunct="0">
                  <a:spcBef>
                    <a:spcPct val="0"/>
                  </a:spcBef>
                </a:pPr>
                <a:r>
                  <a:rPr lang="en-US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FER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800" b="1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8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800" b="1" baseline="-25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point</m:t>
                        </m:r>
                        <m:r>
                          <m:rPr>
                            <m:nor/>
                          </m:rPr>
                          <a:rPr lang="en-US" sz="8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8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FgridCA</m:t>
                        </m:r>
                        <m:r>
                          <m:rPr>
                            <m:nor/>
                          </m:rPr>
                          <a:rPr lang="en-US" sz="800" b="1" baseline="-25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8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800" b="1" baseline="-250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gridCAL</m:t>
                        </m:r>
                      </m:den>
                    </m:f>
                  </m:oMath>
                </a14:m>
                <a:endParaRPr 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18" name="TextBox 717">
                <a:extLst>
                  <a:ext uri="{FF2B5EF4-FFF2-40B4-BE49-F238E27FC236}">
                    <a16:creationId xmlns:a16="http://schemas.microsoft.com/office/drawing/2014/main" id="{9A1A1337-286B-F58B-4806-26E1A4EBD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741" y="604944"/>
                <a:ext cx="1689732" cy="300019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" name="TextBox 718">
            <a:extLst>
              <a:ext uri="{FF2B5EF4-FFF2-40B4-BE49-F238E27FC236}">
                <a16:creationId xmlns:a16="http://schemas.microsoft.com/office/drawing/2014/main" id="{812A3294-F4F0-A024-806C-37E0D177DB6A}"/>
              </a:ext>
            </a:extLst>
          </p:cNvPr>
          <p:cNvSpPr txBox="1"/>
          <p:nvPr/>
        </p:nvSpPr>
        <p:spPr>
          <a:xfrm>
            <a:off x="2219740" y="1006271"/>
            <a:ext cx="171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point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=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point-rainfall observations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(e.g., synop)</a:t>
            </a:r>
          </a:p>
          <a:p>
            <a:pPr algn="ctr" defTabSz="914126" eaLnBrk="0" fontAlgn="base" hangingPunct="0">
              <a:spcBef>
                <a:spcPct val="0"/>
              </a:spcBef>
            </a:pP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F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gridCAL 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=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calibration rainfall forecasts </a:t>
            </a:r>
          </a:p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(short-range, &gt;= 1 mm/acc)</a:t>
            </a:r>
            <a:endParaRPr lang="en-US" sz="800" baseline="-25000" dirty="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402D41CA-166E-D485-0B2E-19B642F168A0}"/>
              </a:ext>
            </a:extLst>
          </p:cNvPr>
          <p:cNvSpPr/>
          <p:nvPr/>
        </p:nvSpPr>
        <p:spPr>
          <a:xfrm>
            <a:off x="2308781" y="388026"/>
            <a:ext cx="1508443" cy="1572352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chemeClr val="tx1">
                  <a:lumMod val="85000"/>
                  <a:lumOff val="15000"/>
                </a:schemeClr>
              </a:solidFill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24" name="TextBox 723">
            <a:extLst>
              <a:ext uri="{FF2B5EF4-FFF2-40B4-BE49-F238E27FC236}">
                <a16:creationId xmlns:a16="http://schemas.microsoft.com/office/drawing/2014/main" id="{22FBD439-7724-2A46-FA0E-3B88FED8377E}"/>
              </a:ext>
            </a:extLst>
          </p:cNvPr>
          <p:cNvSpPr txBox="1"/>
          <p:nvPr/>
        </p:nvSpPr>
        <p:spPr>
          <a:xfrm>
            <a:off x="2207216" y="396377"/>
            <a:ext cx="16897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 eaLnBrk="0" fontAlgn="base" hangingPunct="0">
              <a:spcBef>
                <a:spcPct val="0"/>
              </a:spcBef>
            </a:pP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Forecast Error Ratio (FER)</a:t>
            </a:r>
            <a:endParaRPr lang="en-US" sz="800" b="1" baseline="-25000" dirty="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BB682-EDA3-3736-E458-4D28C5AE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roup 729">
            <a:extLst>
              <a:ext uri="{FF2B5EF4-FFF2-40B4-BE49-F238E27FC236}">
                <a16:creationId xmlns:a16="http://schemas.microsoft.com/office/drawing/2014/main" id="{D2EB4B12-64BC-A1FC-609E-FB473EE472DA}"/>
              </a:ext>
            </a:extLst>
          </p:cNvPr>
          <p:cNvGrpSpPr/>
          <p:nvPr/>
        </p:nvGrpSpPr>
        <p:grpSpPr>
          <a:xfrm>
            <a:off x="2909797" y="2303313"/>
            <a:ext cx="1080000" cy="1080000"/>
            <a:chOff x="-3101443" y="729966"/>
            <a:chExt cx="1080000" cy="1080000"/>
          </a:xfrm>
        </p:grpSpPr>
        <p:pic>
          <p:nvPicPr>
            <p:cNvPr id="971" name="Elemento grafico 246" descr="Deciduous tree with solid fill">
              <a:extLst>
                <a:ext uri="{FF2B5EF4-FFF2-40B4-BE49-F238E27FC236}">
                  <a16:creationId xmlns:a16="http://schemas.microsoft.com/office/drawing/2014/main" id="{97C67A12-8637-B69A-7EEC-B3DB5822D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000"/>
            <a:stretch>
              <a:fillRect/>
            </a:stretch>
          </p:blipFill>
          <p:spPr>
            <a:xfrm>
              <a:off x="-3101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972" name="Elemento grafico 247" descr="Deciduous tree with solid fill">
              <a:extLst>
                <a:ext uri="{FF2B5EF4-FFF2-40B4-BE49-F238E27FC236}">
                  <a16:creationId xmlns:a16="http://schemas.microsoft.com/office/drawing/2014/main" id="{F45F8BDD-506B-59FB-4154-9D7CB11C2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20000" r="60000"/>
            <a:stretch>
              <a:fillRect/>
            </a:stretch>
          </p:blipFill>
          <p:spPr>
            <a:xfrm>
              <a:off x="-2885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973" name="Elemento grafico 248" descr="Deciduous tree with solid fill">
              <a:extLst>
                <a:ext uri="{FF2B5EF4-FFF2-40B4-BE49-F238E27FC236}">
                  <a16:creationId xmlns:a16="http://schemas.microsoft.com/office/drawing/2014/main" id="{4AC34FE2-898B-446F-4268-0368B8063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40000" r="40000"/>
            <a:stretch>
              <a:fillRect/>
            </a:stretch>
          </p:blipFill>
          <p:spPr>
            <a:xfrm>
              <a:off x="-2669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974" name="Elemento grafico 249" descr="Deciduous tree with solid fill">
              <a:extLst>
                <a:ext uri="{FF2B5EF4-FFF2-40B4-BE49-F238E27FC236}">
                  <a16:creationId xmlns:a16="http://schemas.microsoft.com/office/drawing/2014/main" id="{560ACF51-3D16-E80B-08D5-9C9A51757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60000" r="20000"/>
            <a:stretch>
              <a:fillRect/>
            </a:stretch>
          </p:blipFill>
          <p:spPr>
            <a:xfrm>
              <a:off x="-2453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  <p:pic>
          <p:nvPicPr>
            <p:cNvPr id="975" name="Elemento grafico 250" descr="Deciduous tree with solid fill">
              <a:extLst>
                <a:ext uri="{FF2B5EF4-FFF2-40B4-BE49-F238E27FC236}">
                  <a16:creationId xmlns:a16="http://schemas.microsoft.com/office/drawing/2014/main" id="{CD1CD6D9-69EA-FEAC-D2D1-B549E3423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80000"/>
            <a:stretch>
              <a:fillRect/>
            </a:stretch>
          </p:blipFill>
          <p:spPr>
            <a:xfrm>
              <a:off x="-2237443" y="729966"/>
              <a:ext cx="216000" cy="1080000"/>
            </a:xfrm>
            <a:custGeom>
              <a:avLst/>
              <a:gdLst>
                <a:gd name="connsiteX0" fmla="*/ 0 w 360000"/>
                <a:gd name="connsiteY0" fmla="*/ 0 h 1800000"/>
                <a:gd name="connsiteX1" fmla="*/ 360000 w 360000"/>
                <a:gd name="connsiteY1" fmla="*/ 0 h 1800000"/>
                <a:gd name="connsiteX2" fmla="*/ 360000 w 360000"/>
                <a:gd name="connsiteY2" fmla="*/ 1800000 h 1800000"/>
                <a:gd name="connsiteX3" fmla="*/ 0 w 360000"/>
                <a:gd name="connsiteY3" fmla="*/ 180000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0000" h="1800000">
                  <a:moveTo>
                    <a:pt x="0" y="0"/>
                  </a:moveTo>
                  <a:lnTo>
                    <a:pt x="360000" y="0"/>
                  </a:lnTo>
                  <a:lnTo>
                    <a:pt x="360000" y="1800000"/>
                  </a:lnTo>
                  <a:lnTo>
                    <a:pt x="0" y="1800000"/>
                  </a:lnTo>
                  <a:close/>
                </a:path>
              </a:pathLst>
            </a:custGeom>
          </p:spPr>
        </p:pic>
      </p:grpSp>
      <p:sp>
        <p:nvSpPr>
          <p:cNvPr id="731" name="CasellaDiTesto 252">
            <a:extLst>
              <a:ext uri="{FF2B5EF4-FFF2-40B4-BE49-F238E27FC236}">
                <a16:creationId xmlns:a16="http://schemas.microsoft.com/office/drawing/2014/main" id="{F842F50F-9968-5EFA-B01C-47089B839E8A}"/>
              </a:ext>
            </a:extLst>
          </p:cNvPr>
          <p:cNvSpPr txBox="1"/>
          <p:nvPr/>
        </p:nvSpPr>
        <p:spPr>
          <a:xfrm>
            <a:off x="2784207" y="1929237"/>
            <a:ext cx="1314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solidFill>
                  <a:srgbClr val="FF006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Multi</a:t>
            </a:r>
            <a:r>
              <a:rPr lang="en-GB" sz="1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vari</a:t>
            </a:r>
            <a:r>
              <a:rPr lang="en-GB" sz="1000" b="1" dirty="0">
                <a:solidFill>
                  <a:srgbClr val="064E83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ate </a:t>
            </a:r>
            <a:r>
              <a:rPr lang="en-GB" sz="10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ec</a:t>
            </a:r>
            <a:r>
              <a:rPr lang="en-GB" sz="10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</a:p>
        </p:txBody>
      </p:sp>
      <p:pic>
        <p:nvPicPr>
          <p:cNvPr id="732" name="Picture 731">
            <a:extLst>
              <a:ext uri="{FF2B5EF4-FFF2-40B4-BE49-F238E27FC236}">
                <a16:creationId xmlns:a16="http://schemas.microsoft.com/office/drawing/2014/main" id="{1F521D4A-7B54-F3DF-30DB-49994257B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5"/>
          <a:stretch/>
        </p:blipFill>
        <p:spPr>
          <a:xfrm>
            <a:off x="4733865" y="2047007"/>
            <a:ext cx="828000" cy="526337"/>
          </a:xfrm>
          <a:prstGeom prst="rect">
            <a:avLst/>
          </a:prstGeom>
        </p:spPr>
      </p:pic>
      <p:cxnSp>
        <p:nvCxnSpPr>
          <p:cNvPr id="733" name="Straight Connector 732">
            <a:extLst>
              <a:ext uri="{FF2B5EF4-FFF2-40B4-BE49-F238E27FC236}">
                <a16:creationId xmlns:a16="http://schemas.microsoft.com/office/drawing/2014/main" id="{FDDA0BBE-0929-DF2A-4AA7-4262972A10DE}"/>
              </a:ext>
            </a:extLst>
          </p:cNvPr>
          <p:cNvCxnSpPr>
            <a:cxnSpLocks/>
          </p:cNvCxnSpPr>
          <p:nvPr/>
        </p:nvCxnSpPr>
        <p:spPr>
          <a:xfrm>
            <a:off x="3501578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733">
            <a:extLst>
              <a:ext uri="{FF2B5EF4-FFF2-40B4-BE49-F238E27FC236}">
                <a16:creationId xmlns:a16="http://schemas.microsoft.com/office/drawing/2014/main" id="{E70423C2-58CB-58AB-F037-073A68ACD77D}"/>
              </a:ext>
            </a:extLst>
          </p:cNvPr>
          <p:cNvCxnSpPr>
            <a:cxnSpLocks/>
          </p:cNvCxnSpPr>
          <p:nvPr/>
        </p:nvCxnSpPr>
        <p:spPr>
          <a:xfrm>
            <a:off x="3501578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734">
            <a:extLst>
              <a:ext uri="{FF2B5EF4-FFF2-40B4-BE49-F238E27FC236}">
                <a16:creationId xmlns:a16="http://schemas.microsoft.com/office/drawing/2014/main" id="{F44E9ADB-99F0-A044-8AD9-62EA2DA86722}"/>
              </a:ext>
            </a:extLst>
          </p:cNvPr>
          <p:cNvCxnSpPr>
            <a:cxnSpLocks/>
          </p:cNvCxnSpPr>
          <p:nvPr/>
        </p:nvCxnSpPr>
        <p:spPr>
          <a:xfrm>
            <a:off x="4221578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CasellaDiTesto 239">
            <a:extLst>
              <a:ext uri="{FF2B5EF4-FFF2-40B4-BE49-F238E27FC236}">
                <a16:creationId xmlns:a16="http://schemas.microsoft.com/office/drawing/2014/main" id="{1A913268-05EA-D790-D700-DFB305CB83C1}"/>
              </a:ext>
            </a:extLst>
          </p:cNvPr>
          <p:cNvSpPr txBox="1"/>
          <p:nvPr/>
        </p:nvSpPr>
        <p:spPr>
          <a:xfrm>
            <a:off x="3501578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737" name="Picture 736">
            <a:extLst>
              <a:ext uri="{FF2B5EF4-FFF2-40B4-BE49-F238E27FC236}">
                <a16:creationId xmlns:a16="http://schemas.microsoft.com/office/drawing/2014/main" id="{44C530A5-3603-6A9E-ABD9-DD704A5E50FA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/>
          <a:stretch/>
        </p:blipFill>
        <p:spPr>
          <a:xfrm>
            <a:off x="4293103" y="4247576"/>
            <a:ext cx="828000" cy="525636"/>
          </a:xfrm>
          <a:prstGeom prst="rect">
            <a:avLst/>
          </a:prstGeom>
        </p:spPr>
      </p:pic>
      <p:cxnSp>
        <p:nvCxnSpPr>
          <p:cNvPr id="738" name="Straight Connector 737">
            <a:extLst>
              <a:ext uri="{FF2B5EF4-FFF2-40B4-BE49-F238E27FC236}">
                <a16:creationId xmlns:a16="http://schemas.microsoft.com/office/drawing/2014/main" id="{0B9F629E-64C2-D4F6-9639-6F13CAA81A7C}"/>
              </a:ext>
            </a:extLst>
          </p:cNvPr>
          <p:cNvCxnSpPr>
            <a:cxnSpLocks/>
          </p:cNvCxnSpPr>
          <p:nvPr/>
        </p:nvCxnSpPr>
        <p:spPr>
          <a:xfrm>
            <a:off x="4707103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FDD02384-1B17-F5E6-4620-2071251B6EE0}"/>
              </a:ext>
            </a:extLst>
          </p:cNvPr>
          <p:cNvCxnSpPr>
            <a:cxnSpLocks/>
          </p:cNvCxnSpPr>
          <p:nvPr/>
        </p:nvCxnSpPr>
        <p:spPr>
          <a:xfrm>
            <a:off x="4379189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739">
            <a:extLst>
              <a:ext uri="{FF2B5EF4-FFF2-40B4-BE49-F238E27FC236}">
                <a16:creationId xmlns:a16="http://schemas.microsoft.com/office/drawing/2014/main" id="{E960B044-FDED-1FA0-5E75-A5E2EA72718B}"/>
              </a:ext>
            </a:extLst>
          </p:cNvPr>
          <p:cNvCxnSpPr>
            <a:cxnSpLocks/>
          </p:cNvCxnSpPr>
          <p:nvPr/>
        </p:nvCxnSpPr>
        <p:spPr>
          <a:xfrm>
            <a:off x="4379189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740">
            <a:extLst>
              <a:ext uri="{FF2B5EF4-FFF2-40B4-BE49-F238E27FC236}">
                <a16:creationId xmlns:a16="http://schemas.microsoft.com/office/drawing/2014/main" id="{F55688F7-E1DD-0D6E-894D-171003BDCFB3}"/>
              </a:ext>
            </a:extLst>
          </p:cNvPr>
          <p:cNvCxnSpPr>
            <a:cxnSpLocks/>
          </p:cNvCxnSpPr>
          <p:nvPr/>
        </p:nvCxnSpPr>
        <p:spPr>
          <a:xfrm>
            <a:off x="5099189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5" name="CasellaDiTesto 239">
            <a:extLst>
              <a:ext uri="{FF2B5EF4-FFF2-40B4-BE49-F238E27FC236}">
                <a16:creationId xmlns:a16="http://schemas.microsoft.com/office/drawing/2014/main" id="{AB12486E-691F-5028-488A-BB1643CD3BC1}"/>
              </a:ext>
            </a:extLst>
          </p:cNvPr>
          <p:cNvSpPr txBox="1"/>
          <p:nvPr/>
        </p:nvSpPr>
        <p:spPr>
          <a:xfrm>
            <a:off x="4379189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6F8454CD-FBA1-A76E-D6BC-A1D239B704CD}"/>
              </a:ext>
            </a:extLst>
          </p:cNvPr>
          <p:cNvCxnSpPr>
            <a:cxnSpLocks/>
          </p:cNvCxnSpPr>
          <p:nvPr/>
        </p:nvCxnSpPr>
        <p:spPr>
          <a:xfrm>
            <a:off x="5982385" y="368452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847">
            <a:extLst>
              <a:ext uri="{FF2B5EF4-FFF2-40B4-BE49-F238E27FC236}">
                <a16:creationId xmlns:a16="http://schemas.microsoft.com/office/drawing/2014/main" id="{3272D6B1-F201-E56B-7166-8E7A01ABD3BB}"/>
              </a:ext>
            </a:extLst>
          </p:cNvPr>
          <p:cNvCxnSpPr>
            <a:cxnSpLocks/>
          </p:cNvCxnSpPr>
          <p:nvPr/>
        </p:nvCxnSpPr>
        <p:spPr>
          <a:xfrm>
            <a:off x="3856916" y="4044525"/>
            <a:ext cx="850187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2931C644-7E68-AFB7-EA4A-F58B35898FB4}"/>
              </a:ext>
            </a:extLst>
          </p:cNvPr>
          <p:cNvCxnSpPr>
            <a:cxnSpLocks/>
          </p:cNvCxnSpPr>
          <p:nvPr/>
        </p:nvCxnSpPr>
        <p:spPr>
          <a:xfrm>
            <a:off x="3856916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0" name="TextBox 849">
            <a:extLst>
              <a:ext uri="{FF2B5EF4-FFF2-40B4-BE49-F238E27FC236}">
                <a16:creationId xmlns:a16="http://schemas.microsoft.com/office/drawing/2014/main" id="{9B3FC991-C2B9-C8EE-909A-54C7A25383ED}"/>
              </a:ext>
            </a:extLst>
          </p:cNvPr>
          <p:cNvSpPr txBox="1"/>
          <p:nvPr/>
        </p:nvSpPr>
        <p:spPr>
          <a:xfrm>
            <a:off x="5114016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851" name="Ovale 14">
            <a:extLst>
              <a:ext uri="{FF2B5EF4-FFF2-40B4-BE49-F238E27FC236}">
                <a16:creationId xmlns:a16="http://schemas.microsoft.com/office/drawing/2014/main" id="{E8774214-AF53-2589-F445-A084BEA60F99}"/>
              </a:ext>
            </a:extLst>
          </p:cNvPr>
          <p:cNvSpPr/>
          <p:nvPr/>
        </p:nvSpPr>
        <p:spPr>
          <a:xfrm>
            <a:off x="3820916" y="4179131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CCEB02E9-915F-EF6C-441C-54A21A8DD17D}"/>
              </a:ext>
            </a:extLst>
          </p:cNvPr>
          <p:cNvSpPr txBox="1"/>
          <p:nvPr/>
        </p:nvSpPr>
        <p:spPr>
          <a:xfrm>
            <a:off x="5956640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FFAF9E68-6454-3813-B0D1-1DB01586DD78}"/>
              </a:ext>
            </a:extLst>
          </p:cNvPr>
          <p:cNvCxnSpPr>
            <a:cxnSpLocks/>
          </p:cNvCxnSpPr>
          <p:nvPr/>
        </p:nvCxnSpPr>
        <p:spPr>
          <a:xfrm>
            <a:off x="4707103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4" name="Ovale 14">
            <a:extLst>
              <a:ext uri="{FF2B5EF4-FFF2-40B4-BE49-F238E27FC236}">
                <a16:creationId xmlns:a16="http://schemas.microsoft.com/office/drawing/2014/main" id="{34B0145A-BA96-1085-AD62-2B2DBB40100C}"/>
              </a:ext>
            </a:extLst>
          </p:cNvPr>
          <p:cNvSpPr/>
          <p:nvPr/>
        </p:nvSpPr>
        <p:spPr>
          <a:xfrm>
            <a:off x="4671103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55" name="Picture 854">
            <a:extLst>
              <a:ext uri="{FF2B5EF4-FFF2-40B4-BE49-F238E27FC236}">
                <a16:creationId xmlns:a16="http://schemas.microsoft.com/office/drawing/2014/main" id="{319BBE73-4DE1-DAA5-878E-0007F4CE6428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/>
          <a:stretch/>
        </p:blipFill>
        <p:spPr>
          <a:xfrm>
            <a:off x="5993480" y="4247576"/>
            <a:ext cx="828000" cy="525635"/>
          </a:xfrm>
          <a:prstGeom prst="rect">
            <a:avLst/>
          </a:prstGeom>
        </p:spPr>
      </p:pic>
      <p:cxnSp>
        <p:nvCxnSpPr>
          <p:cNvPr id="856" name="Straight Connector 855">
            <a:extLst>
              <a:ext uri="{FF2B5EF4-FFF2-40B4-BE49-F238E27FC236}">
                <a16:creationId xmlns:a16="http://schemas.microsoft.com/office/drawing/2014/main" id="{0B8D0336-627F-4EEE-2515-5911E339E470}"/>
              </a:ext>
            </a:extLst>
          </p:cNvPr>
          <p:cNvCxnSpPr>
            <a:cxnSpLocks/>
          </p:cNvCxnSpPr>
          <p:nvPr/>
        </p:nvCxnSpPr>
        <p:spPr>
          <a:xfrm>
            <a:off x="6407480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E7F02BB2-84A4-2108-FBE1-A54A58753DB7}"/>
              </a:ext>
            </a:extLst>
          </p:cNvPr>
          <p:cNvCxnSpPr>
            <a:cxnSpLocks/>
          </p:cNvCxnSpPr>
          <p:nvPr/>
        </p:nvCxnSpPr>
        <p:spPr>
          <a:xfrm>
            <a:off x="6057299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6CBAE190-8B3D-9A12-AD77-1C14BD915608}"/>
              </a:ext>
            </a:extLst>
          </p:cNvPr>
          <p:cNvCxnSpPr>
            <a:cxnSpLocks/>
          </p:cNvCxnSpPr>
          <p:nvPr/>
        </p:nvCxnSpPr>
        <p:spPr>
          <a:xfrm>
            <a:off x="6057299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0CE3C514-8487-72D8-974B-1E26ED52DF16}"/>
              </a:ext>
            </a:extLst>
          </p:cNvPr>
          <p:cNvCxnSpPr>
            <a:cxnSpLocks/>
          </p:cNvCxnSpPr>
          <p:nvPr/>
        </p:nvCxnSpPr>
        <p:spPr>
          <a:xfrm>
            <a:off x="6777299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0" name="CasellaDiTesto 239">
            <a:extLst>
              <a:ext uri="{FF2B5EF4-FFF2-40B4-BE49-F238E27FC236}">
                <a16:creationId xmlns:a16="http://schemas.microsoft.com/office/drawing/2014/main" id="{DB52DBDA-87D7-FC68-2AD5-3D456C2FCEB9}"/>
              </a:ext>
            </a:extLst>
          </p:cNvPr>
          <p:cNvSpPr txBox="1"/>
          <p:nvPr/>
        </p:nvSpPr>
        <p:spPr>
          <a:xfrm>
            <a:off x="6057299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861" name="Picture 860">
            <a:extLst>
              <a:ext uri="{FF2B5EF4-FFF2-40B4-BE49-F238E27FC236}">
                <a16:creationId xmlns:a16="http://schemas.microsoft.com/office/drawing/2014/main" id="{F2012B59-FE07-D425-82EF-AB73A560AF72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"/>
          <a:stretch/>
        </p:blipFill>
        <p:spPr>
          <a:xfrm>
            <a:off x="5143290" y="4247576"/>
            <a:ext cx="828000" cy="525636"/>
          </a:xfrm>
          <a:prstGeom prst="rect">
            <a:avLst/>
          </a:prstGeom>
        </p:spPr>
      </p:pic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28553F69-2EF3-510F-8A60-06289A945FEB}"/>
              </a:ext>
            </a:extLst>
          </p:cNvPr>
          <p:cNvCxnSpPr>
            <a:cxnSpLocks/>
          </p:cNvCxnSpPr>
          <p:nvPr/>
        </p:nvCxnSpPr>
        <p:spPr>
          <a:xfrm>
            <a:off x="5557290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6FB64B37-2854-27DC-F640-9A92BF472ACB}"/>
              </a:ext>
            </a:extLst>
          </p:cNvPr>
          <p:cNvCxnSpPr>
            <a:cxnSpLocks/>
          </p:cNvCxnSpPr>
          <p:nvPr/>
        </p:nvCxnSpPr>
        <p:spPr>
          <a:xfrm>
            <a:off x="5221833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D554CCEC-D96E-D861-D3AC-B2CAE77BF844}"/>
              </a:ext>
            </a:extLst>
          </p:cNvPr>
          <p:cNvCxnSpPr>
            <a:cxnSpLocks/>
          </p:cNvCxnSpPr>
          <p:nvPr/>
        </p:nvCxnSpPr>
        <p:spPr>
          <a:xfrm>
            <a:off x="5221833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864">
            <a:extLst>
              <a:ext uri="{FF2B5EF4-FFF2-40B4-BE49-F238E27FC236}">
                <a16:creationId xmlns:a16="http://schemas.microsoft.com/office/drawing/2014/main" id="{AC609F64-4786-216F-48F9-4342DA42801C}"/>
              </a:ext>
            </a:extLst>
          </p:cNvPr>
          <p:cNvCxnSpPr>
            <a:cxnSpLocks/>
          </p:cNvCxnSpPr>
          <p:nvPr/>
        </p:nvCxnSpPr>
        <p:spPr>
          <a:xfrm>
            <a:off x="5941833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CasellaDiTesto 239">
            <a:extLst>
              <a:ext uri="{FF2B5EF4-FFF2-40B4-BE49-F238E27FC236}">
                <a16:creationId xmlns:a16="http://schemas.microsoft.com/office/drawing/2014/main" id="{66BC6DC6-FB55-AC25-A6C3-16FF2BF650EA}"/>
              </a:ext>
            </a:extLst>
          </p:cNvPr>
          <p:cNvSpPr txBox="1"/>
          <p:nvPr/>
        </p:nvSpPr>
        <p:spPr>
          <a:xfrm>
            <a:off x="5221833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867" name="Straight Connector 866">
            <a:extLst>
              <a:ext uri="{FF2B5EF4-FFF2-40B4-BE49-F238E27FC236}">
                <a16:creationId xmlns:a16="http://schemas.microsoft.com/office/drawing/2014/main" id="{738CFD7C-8E4D-CBFC-4714-3F40C4B3E43E}"/>
              </a:ext>
            </a:extLst>
          </p:cNvPr>
          <p:cNvCxnSpPr>
            <a:cxnSpLocks/>
          </p:cNvCxnSpPr>
          <p:nvPr/>
        </p:nvCxnSpPr>
        <p:spPr>
          <a:xfrm>
            <a:off x="2590721" y="368452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Connector 867">
            <a:extLst>
              <a:ext uri="{FF2B5EF4-FFF2-40B4-BE49-F238E27FC236}">
                <a16:creationId xmlns:a16="http://schemas.microsoft.com/office/drawing/2014/main" id="{DD6A028D-7315-3F67-6C93-B06D40A76963}"/>
              </a:ext>
            </a:extLst>
          </p:cNvPr>
          <p:cNvCxnSpPr>
            <a:cxnSpLocks/>
          </p:cNvCxnSpPr>
          <p:nvPr/>
        </p:nvCxnSpPr>
        <p:spPr>
          <a:xfrm>
            <a:off x="5557290" y="4044525"/>
            <a:ext cx="850190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Straight Connector 868">
            <a:extLst>
              <a:ext uri="{FF2B5EF4-FFF2-40B4-BE49-F238E27FC236}">
                <a16:creationId xmlns:a16="http://schemas.microsoft.com/office/drawing/2014/main" id="{AE002E0B-8090-4DAD-80FD-42CBA07E955F}"/>
              </a:ext>
            </a:extLst>
          </p:cNvPr>
          <p:cNvCxnSpPr>
            <a:cxnSpLocks/>
          </p:cNvCxnSpPr>
          <p:nvPr/>
        </p:nvCxnSpPr>
        <p:spPr>
          <a:xfrm>
            <a:off x="5557290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0" name="TextBox 869">
            <a:extLst>
              <a:ext uri="{FF2B5EF4-FFF2-40B4-BE49-F238E27FC236}">
                <a16:creationId xmlns:a16="http://schemas.microsoft.com/office/drawing/2014/main" id="{52B673CA-2D73-A65B-EF54-D3961D451676}"/>
              </a:ext>
            </a:extLst>
          </p:cNvPr>
          <p:cNvSpPr txBox="1"/>
          <p:nvPr/>
        </p:nvSpPr>
        <p:spPr>
          <a:xfrm>
            <a:off x="3409371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871" name="Ovale 14">
            <a:extLst>
              <a:ext uri="{FF2B5EF4-FFF2-40B4-BE49-F238E27FC236}">
                <a16:creationId xmlns:a16="http://schemas.microsoft.com/office/drawing/2014/main" id="{4A127CD2-4782-C212-779C-F3319B6EBB5D}"/>
              </a:ext>
            </a:extLst>
          </p:cNvPr>
          <p:cNvSpPr/>
          <p:nvPr/>
        </p:nvSpPr>
        <p:spPr>
          <a:xfrm>
            <a:off x="5521290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A8F92470-8625-03B2-8642-A222DEA1D3EA}"/>
              </a:ext>
            </a:extLst>
          </p:cNvPr>
          <p:cNvSpPr txBox="1"/>
          <p:nvPr/>
        </p:nvSpPr>
        <p:spPr>
          <a:xfrm>
            <a:off x="4250129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873" name="Straight Connector 872">
            <a:extLst>
              <a:ext uri="{FF2B5EF4-FFF2-40B4-BE49-F238E27FC236}">
                <a16:creationId xmlns:a16="http://schemas.microsoft.com/office/drawing/2014/main" id="{4D121FBC-3CA8-0247-F543-813962D11ACC}"/>
              </a:ext>
            </a:extLst>
          </p:cNvPr>
          <p:cNvCxnSpPr>
            <a:cxnSpLocks/>
          </p:cNvCxnSpPr>
          <p:nvPr/>
        </p:nvCxnSpPr>
        <p:spPr>
          <a:xfrm>
            <a:off x="6407480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Ovale 14">
            <a:extLst>
              <a:ext uri="{FF2B5EF4-FFF2-40B4-BE49-F238E27FC236}">
                <a16:creationId xmlns:a16="http://schemas.microsoft.com/office/drawing/2014/main" id="{EE1073DD-F966-A095-C7E4-5982F6B35474}"/>
              </a:ext>
            </a:extLst>
          </p:cNvPr>
          <p:cNvSpPr/>
          <p:nvPr/>
        </p:nvSpPr>
        <p:spPr>
          <a:xfrm>
            <a:off x="6371480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75" name="Picture 874">
            <a:extLst>
              <a:ext uri="{FF2B5EF4-FFF2-40B4-BE49-F238E27FC236}">
                <a16:creationId xmlns:a16="http://schemas.microsoft.com/office/drawing/2014/main" id="{51A27F87-3691-C68A-1473-E4A94A69FA7D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/>
          <a:stretch/>
        </p:blipFill>
        <p:spPr>
          <a:xfrm>
            <a:off x="1742542" y="4247576"/>
            <a:ext cx="828000" cy="525518"/>
          </a:xfrm>
          <a:prstGeom prst="rect">
            <a:avLst/>
          </a:prstGeom>
        </p:spPr>
      </p:pic>
      <p:cxnSp>
        <p:nvCxnSpPr>
          <p:cNvPr id="876" name="Straight Connector 875">
            <a:extLst>
              <a:ext uri="{FF2B5EF4-FFF2-40B4-BE49-F238E27FC236}">
                <a16:creationId xmlns:a16="http://schemas.microsoft.com/office/drawing/2014/main" id="{EB6DADF8-4243-80F8-DC7A-74362E80C190}"/>
              </a:ext>
            </a:extLst>
          </p:cNvPr>
          <p:cNvCxnSpPr>
            <a:cxnSpLocks/>
          </p:cNvCxnSpPr>
          <p:nvPr/>
        </p:nvCxnSpPr>
        <p:spPr>
          <a:xfrm>
            <a:off x="2156542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>
            <a:extLst>
              <a:ext uri="{FF2B5EF4-FFF2-40B4-BE49-F238E27FC236}">
                <a16:creationId xmlns:a16="http://schemas.microsoft.com/office/drawing/2014/main" id="{07E67B9F-3D29-0768-7C14-47960911476A}"/>
              </a:ext>
            </a:extLst>
          </p:cNvPr>
          <p:cNvCxnSpPr>
            <a:cxnSpLocks/>
          </p:cNvCxnSpPr>
          <p:nvPr/>
        </p:nvCxnSpPr>
        <p:spPr>
          <a:xfrm>
            <a:off x="1808614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Straight Connector 877">
            <a:extLst>
              <a:ext uri="{FF2B5EF4-FFF2-40B4-BE49-F238E27FC236}">
                <a16:creationId xmlns:a16="http://schemas.microsoft.com/office/drawing/2014/main" id="{0DDF3290-22B1-4478-23F5-0370660ACBE2}"/>
              </a:ext>
            </a:extLst>
          </p:cNvPr>
          <p:cNvCxnSpPr>
            <a:cxnSpLocks/>
          </p:cNvCxnSpPr>
          <p:nvPr/>
        </p:nvCxnSpPr>
        <p:spPr>
          <a:xfrm>
            <a:off x="1808614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Straight Connector 878">
            <a:extLst>
              <a:ext uri="{FF2B5EF4-FFF2-40B4-BE49-F238E27FC236}">
                <a16:creationId xmlns:a16="http://schemas.microsoft.com/office/drawing/2014/main" id="{118C1392-D3B7-B30C-6F61-E47790643F10}"/>
              </a:ext>
            </a:extLst>
          </p:cNvPr>
          <p:cNvCxnSpPr>
            <a:cxnSpLocks/>
          </p:cNvCxnSpPr>
          <p:nvPr/>
        </p:nvCxnSpPr>
        <p:spPr>
          <a:xfrm>
            <a:off x="2528614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0" name="CasellaDiTesto 239">
            <a:extLst>
              <a:ext uri="{FF2B5EF4-FFF2-40B4-BE49-F238E27FC236}">
                <a16:creationId xmlns:a16="http://schemas.microsoft.com/office/drawing/2014/main" id="{CA73682C-A555-EEB4-8B51-93A2BAFBB99D}"/>
              </a:ext>
            </a:extLst>
          </p:cNvPr>
          <p:cNvSpPr txBox="1"/>
          <p:nvPr/>
        </p:nvSpPr>
        <p:spPr>
          <a:xfrm>
            <a:off x="1808614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881" name="Picture 880">
            <a:extLst>
              <a:ext uri="{FF2B5EF4-FFF2-40B4-BE49-F238E27FC236}">
                <a16:creationId xmlns:a16="http://schemas.microsoft.com/office/drawing/2014/main" id="{78D86BF2-7C3F-4934-6D04-9B78FD011853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1"/>
          <a:stretch/>
        </p:blipFill>
        <p:spPr>
          <a:xfrm>
            <a:off x="42168" y="4247577"/>
            <a:ext cx="828000" cy="527357"/>
          </a:xfrm>
          <a:prstGeom prst="rect">
            <a:avLst/>
          </a:prstGeom>
        </p:spPr>
      </p:pic>
      <p:cxnSp>
        <p:nvCxnSpPr>
          <p:cNvPr id="882" name="Straight Connector 881">
            <a:extLst>
              <a:ext uri="{FF2B5EF4-FFF2-40B4-BE49-F238E27FC236}">
                <a16:creationId xmlns:a16="http://schemas.microsoft.com/office/drawing/2014/main" id="{EA75FC33-2D59-B4C8-77AF-249C3B6E28A1}"/>
              </a:ext>
            </a:extLst>
          </p:cNvPr>
          <p:cNvCxnSpPr>
            <a:cxnSpLocks/>
          </p:cNvCxnSpPr>
          <p:nvPr/>
        </p:nvCxnSpPr>
        <p:spPr>
          <a:xfrm>
            <a:off x="456168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Connector 882">
            <a:extLst>
              <a:ext uri="{FF2B5EF4-FFF2-40B4-BE49-F238E27FC236}">
                <a16:creationId xmlns:a16="http://schemas.microsoft.com/office/drawing/2014/main" id="{EF6CF7E0-B09D-97D5-CF02-40021D6216FA}"/>
              </a:ext>
            </a:extLst>
          </p:cNvPr>
          <p:cNvCxnSpPr>
            <a:cxnSpLocks/>
          </p:cNvCxnSpPr>
          <p:nvPr/>
        </p:nvCxnSpPr>
        <p:spPr>
          <a:xfrm>
            <a:off x="84117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Straight Connector 883">
            <a:extLst>
              <a:ext uri="{FF2B5EF4-FFF2-40B4-BE49-F238E27FC236}">
                <a16:creationId xmlns:a16="http://schemas.microsoft.com/office/drawing/2014/main" id="{64AE7E2A-5B52-1D14-5777-9730D7632C32}"/>
              </a:ext>
            </a:extLst>
          </p:cNvPr>
          <p:cNvCxnSpPr>
            <a:cxnSpLocks/>
          </p:cNvCxnSpPr>
          <p:nvPr/>
        </p:nvCxnSpPr>
        <p:spPr>
          <a:xfrm>
            <a:off x="84117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Straight Connector 884">
            <a:extLst>
              <a:ext uri="{FF2B5EF4-FFF2-40B4-BE49-F238E27FC236}">
                <a16:creationId xmlns:a16="http://schemas.microsoft.com/office/drawing/2014/main" id="{AC4DB0D2-B769-5F16-DAFE-C7AFF2DB12DF}"/>
              </a:ext>
            </a:extLst>
          </p:cNvPr>
          <p:cNvCxnSpPr>
            <a:cxnSpLocks/>
          </p:cNvCxnSpPr>
          <p:nvPr/>
        </p:nvCxnSpPr>
        <p:spPr>
          <a:xfrm>
            <a:off x="804117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6" name="CasellaDiTesto 239">
            <a:extLst>
              <a:ext uri="{FF2B5EF4-FFF2-40B4-BE49-F238E27FC236}">
                <a16:creationId xmlns:a16="http://schemas.microsoft.com/office/drawing/2014/main" id="{65B5D3A6-248E-ED60-DA9C-83EC7392CA3F}"/>
              </a:ext>
            </a:extLst>
          </p:cNvPr>
          <p:cNvSpPr txBox="1"/>
          <p:nvPr/>
        </p:nvSpPr>
        <p:spPr>
          <a:xfrm>
            <a:off x="84117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pic>
        <p:nvPicPr>
          <p:cNvPr id="887" name="Picture 886">
            <a:extLst>
              <a:ext uri="{FF2B5EF4-FFF2-40B4-BE49-F238E27FC236}">
                <a16:creationId xmlns:a16="http://schemas.microsoft.com/office/drawing/2014/main" id="{17722F26-814D-AF9A-638D-10E79C4E0407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/>
          <a:stretch/>
        </p:blipFill>
        <p:spPr>
          <a:xfrm>
            <a:off x="892355" y="4247576"/>
            <a:ext cx="828000" cy="525518"/>
          </a:xfrm>
          <a:prstGeom prst="rect">
            <a:avLst/>
          </a:prstGeom>
        </p:spPr>
      </p:pic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FD6711C6-7CB6-9924-DC3D-EC914A1C911E}"/>
              </a:ext>
            </a:extLst>
          </p:cNvPr>
          <p:cNvCxnSpPr>
            <a:cxnSpLocks/>
          </p:cNvCxnSpPr>
          <p:nvPr/>
        </p:nvCxnSpPr>
        <p:spPr>
          <a:xfrm>
            <a:off x="1306355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678DFE38-5186-59E9-6CEC-4D5FA542BBE5}"/>
              </a:ext>
            </a:extLst>
          </p:cNvPr>
          <p:cNvCxnSpPr>
            <a:cxnSpLocks/>
          </p:cNvCxnSpPr>
          <p:nvPr/>
        </p:nvCxnSpPr>
        <p:spPr>
          <a:xfrm>
            <a:off x="935511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id="{E268BED9-CE8F-1BEC-175B-4B0E64687879}"/>
              </a:ext>
            </a:extLst>
          </p:cNvPr>
          <p:cNvCxnSpPr>
            <a:cxnSpLocks/>
          </p:cNvCxnSpPr>
          <p:nvPr/>
        </p:nvCxnSpPr>
        <p:spPr>
          <a:xfrm>
            <a:off x="935511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id="{829808BD-CE45-DCCE-7F76-452CFDB4F9FB}"/>
              </a:ext>
            </a:extLst>
          </p:cNvPr>
          <p:cNvCxnSpPr>
            <a:cxnSpLocks/>
          </p:cNvCxnSpPr>
          <p:nvPr/>
        </p:nvCxnSpPr>
        <p:spPr>
          <a:xfrm>
            <a:off x="1655511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2" name="CasellaDiTesto 239">
            <a:extLst>
              <a:ext uri="{FF2B5EF4-FFF2-40B4-BE49-F238E27FC236}">
                <a16:creationId xmlns:a16="http://schemas.microsoft.com/office/drawing/2014/main" id="{12DE670D-054F-3A5C-073C-E1E19253FE01}"/>
              </a:ext>
            </a:extLst>
          </p:cNvPr>
          <p:cNvSpPr txBox="1"/>
          <p:nvPr/>
        </p:nvSpPr>
        <p:spPr>
          <a:xfrm>
            <a:off x="935511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46E976CB-9FE3-3CB2-72E5-863DD3489540}"/>
              </a:ext>
            </a:extLst>
          </p:cNvPr>
          <p:cNvCxnSpPr>
            <a:cxnSpLocks/>
          </p:cNvCxnSpPr>
          <p:nvPr/>
        </p:nvCxnSpPr>
        <p:spPr>
          <a:xfrm>
            <a:off x="881261" y="368452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E9F8319F-2C83-B8E3-2F0C-D272FFE4C04D}"/>
              </a:ext>
            </a:extLst>
          </p:cNvPr>
          <p:cNvCxnSpPr>
            <a:cxnSpLocks/>
          </p:cNvCxnSpPr>
          <p:nvPr/>
        </p:nvCxnSpPr>
        <p:spPr>
          <a:xfrm>
            <a:off x="456168" y="4044525"/>
            <a:ext cx="850187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3C3A3CC8-5A6B-EEAE-137C-B60CCB2F3264}"/>
              </a:ext>
            </a:extLst>
          </p:cNvPr>
          <p:cNvCxnSpPr>
            <a:cxnSpLocks/>
          </p:cNvCxnSpPr>
          <p:nvPr/>
        </p:nvCxnSpPr>
        <p:spPr>
          <a:xfrm>
            <a:off x="456168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6" name="TextBox 895">
            <a:extLst>
              <a:ext uri="{FF2B5EF4-FFF2-40B4-BE49-F238E27FC236}">
                <a16:creationId xmlns:a16="http://schemas.microsoft.com/office/drawing/2014/main" id="{5EA9E22C-5B7C-5508-BFFD-42D0F3814E3D}"/>
              </a:ext>
            </a:extLst>
          </p:cNvPr>
          <p:cNvSpPr txBox="1"/>
          <p:nvPr/>
        </p:nvSpPr>
        <p:spPr>
          <a:xfrm>
            <a:off x="0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897" name="Ovale 14">
            <a:extLst>
              <a:ext uri="{FF2B5EF4-FFF2-40B4-BE49-F238E27FC236}">
                <a16:creationId xmlns:a16="http://schemas.microsoft.com/office/drawing/2014/main" id="{8A73F9AF-31C3-4E52-2359-E919F5AEF095}"/>
              </a:ext>
            </a:extLst>
          </p:cNvPr>
          <p:cNvSpPr/>
          <p:nvPr/>
        </p:nvSpPr>
        <p:spPr>
          <a:xfrm>
            <a:off x="420168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9249D789-4AA6-817D-1F9F-EA6BE0D7F6C4}"/>
              </a:ext>
            </a:extLst>
          </p:cNvPr>
          <p:cNvSpPr txBox="1"/>
          <p:nvPr/>
        </p:nvSpPr>
        <p:spPr>
          <a:xfrm>
            <a:off x="859262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899" name="Straight Connector 898">
            <a:extLst>
              <a:ext uri="{FF2B5EF4-FFF2-40B4-BE49-F238E27FC236}">
                <a16:creationId xmlns:a16="http://schemas.microsoft.com/office/drawing/2014/main" id="{DADA59B6-4059-701B-49FD-0301EEA805B5}"/>
              </a:ext>
            </a:extLst>
          </p:cNvPr>
          <p:cNvCxnSpPr>
            <a:cxnSpLocks/>
          </p:cNvCxnSpPr>
          <p:nvPr/>
        </p:nvCxnSpPr>
        <p:spPr>
          <a:xfrm>
            <a:off x="1306355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Ovale 14">
            <a:extLst>
              <a:ext uri="{FF2B5EF4-FFF2-40B4-BE49-F238E27FC236}">
                <a16:creationId xmlns:a16="http://schemas.microsoft.com/office/drawing/2014/main" id="{3EE91459-D3B4-018B-3365-4D95ADDC1CDC}"/>
              </a:ext>
            </a:extLst>
          </p:cNvPr>
          <p:cNvSpPr/>
          <p:nvPr/>
        </p:nvSpPr>
        <p:spPr>
          <a:xfrm>
            <a:off x="1270355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01" name="Picture 900">
            <a:extLst>
              <a:ext uri="{FF2B5EF4-FFF2-40B4-BE49-F238E27FC236}">
                <a16:creationId xmlns:a16="http://schemas.microsoft.com/office/drawing/2014/main" id="{DC85CA9D-3D7C-31EE-8157-FD1F6E9C9E2A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3"/>
          <a:stretch/>
        </p:blipFill>
        <p:spPr>
          <a:xfrm>
            <a:off x="2592729" y="4247576"/>
            <a:ext cx="828000" cy="529200"/>
          </a:xfrm>
          <a:prstGeom prst="rect">
            <a:avLst/>
          </a:prstGeom>
        </p:spPr>
      </p:pic>
      <p:cxnSp>
        <p:nvCxnSpPr>
          <p:cNvPr id="902" name="Straight Connector 901">
            <a:extLst>
              <a:ext uri="{FF2B5EF4-FFF2-40B4-BE49-F238E27FC236}">
                <a16:creationId xmlns:a16="http://schemas.microsoft.com/office/drawing/2014/main" id="{FE607CCA-D2D9-06F6-0E17-4F26D34AC944}"/>
              </a:ext>
            </a:extLst>
          </p:cNvPr>
          <p:cNvCxnSpPr>
            <a:cxnSpLocks/>
          </p:cNvCxnSpPr>
          <p:nvPr/>
        </p:nvCxnSpPr>
        <p:spPr>
          <a:xfrm>
            <a:off x="3006729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3939CD23-D229-03F3-061F-8E997A3F94F9}"/>
              </a:ext>
            </a:extLst>
          </p:cNvPr>
          <p:cNvCxnSpPr>
            <a:cxnSpLocks/>
          </p:cNvCxnSpPr>
          <p:nvPr/>
        </p:nvCxnSpPr>
        <p:spPr>
          <a:xfrm>
            <a:off x="2651804" y="4950185"/>
            <a:ext cx="7200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ED55C823-CF4B-98F2-A3B2-0567349AE38B}"/>
              </a:ext>
            </a:extLst>
          </p:cNvPr>
          <p:cNvCxnSpPr>
            <a:cxnSpLocks/>
          </p:cNvCxnSpPr>
          <p:nvPr/>
        </p:nvCxnSpPr>
        <p:spPr>
          <a:xfrm>
            <a:off x="2651804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Straight Connector 904">
            <a:extLst>
              <a:ext uri="{FF2B5EF4-FFF2-40B4-BE49-F238E27FC236}">
                <a16:creationId xmlns:a16="http://schemas.microsoft.com/office/drawing/2014/main" id="{6641A791-5C0E-579F-6628-4BC68BD7EBB2}"/>
              </a:ext>
            </a:extLst>
          </p:cNvPr>
          <p:cNvCxnSpPr>
            <a:cxnSpLocks/>
          </p:cNvCxnSpPr>
          <p:nvPr/>
        </p:nvCxnSpPr>
        <p:spPr>
          <a:xfrm>
            <a:off x="3371804" y="4950185"/>
            <a:ext cx="0" cy="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CasellaDiTesto 239">
            <a:extLst>
              <a:ext uri="{FF2B5EF4-FFF2-40B4-BE49-F238E27FC236}">
                <a16:creationId xmlns:a16="http://schemas.microsoft.com/office/drawing/2014/main" id="{3CE97D45-9C09-B973-297D-06880AD1C107}"/>
              </a:ext>
            </a:extLst>
          </p:cNvPr>
          <p:cNvSpPr txBox="1"/>
          <p:nvPr/>
        </p:nvSpPr>
        <p:spPr>
          <a:xfrm>
            <a:off x="2651804" y="4950320"/>
            <a:ext cx="72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00CC9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CAPE</a:t>
            </a:r>
            <a:r>
              <a:rPr lang="en-GB" sz="800" b="1" dirty="0">
                <a:solidFill>
                  <a:schemeClr val="bg1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&amp;</a:t>
            </a:r>
          </a:p>
          <a:p>
            <a:pPr algn="ctr"/>
            <a:r>
              <a:rPr lang="en-GB" sz="800" b="1" dirty="0">
                <a:solidFill>
                  <a:srgbClr val="7030A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Daily solar radiation</a:t>
            </a:r>
          </a:p>
        </p:txBody>
      </p:sp>
      <p:cxnSp>
        <p:nvCxnSpPr>
          <p:cNvPr id="907" name="Straight Connector 906">
            <a:extLst>
              <a:ext uri="{FF2B5EF4-FFF2-40B4-BE49-F238E27FC236}">
                <a16:creationId xmlns:a16="http://schemas.microsoft.com/office/drawing/2014/main" id="{0112F16F-3B52-23DF-A665-337C582B590F}"/>
              </a:ext>
            </a:extLst>
          </p:cNvPr>
          <p:cNvCxnSpPr>
            <a:cxnSpLocks/>
          </p:cNvCxnSpPr>
          <p:nvPr/>
        </p:nvCxnSpPr>
        <p:spPr>
          <a:xfrm>
            <a:off x="4282009" y="3684525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Connector 907">
            <a:extLst>
              <a:ext uri="{FF2B5EF4-FFF2-40B4-BE49-F238E27FC236}">
                <a16:creationId xmlns:a16="http://schemas.microsoft.com/office/drawing/2014/main" id="{7781D143-DBFD-DF7E-57C4-C138F5A93FE7}"/>
              </a:ext>
            </a:extLst>
          </p:cNvPr>
          <p:cNvCxnSpPr>
            <a:cxnSpLocks/>
          </p:cNvCxnSpPr>
          <p:nvPr/>
        </p:nvCxnSpPr>
        <p:spPr>
          <a:xfrm>
            <a:off x="2156542" y="4044525"/>
            <a:ext cx="850187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Connector 908">
            <a:extLst>
              <a:ext uri="{FF2B5EF4-FFF2-40B4-BE49-F238E27FC236}">
                <a16:creationId xmlns:a16="http://schemas.microsoft.com/office/drawing/2014/main" id="{41607796-8A67-8AE0-048C-4688C736CD55}"/>
              </a:ext>
            </a:extLst>
          </p:cNvPr>
          <p:cNvCxnSpPr>
            <a:cxnSpLocks/>
          </p:cNvCxnSpPr>
          <p:nvPr/>
        </p:nvCxnSpPr>
        <p:spPr>
          <a:xfrm>
            <a:off x="2156542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TextBox 909">
            <a:extLst>
              <a:ext uri="{FF2B5EF4-FFF2-40B4-BE49-F238E27FC236}">
                <a16:creationId xmlns:a16="http://schemas.microsoft.com/office/drawing/2014/main" id="{40E6B2D4-94FE-07D9-3BB8-7CACCBF50DDC}"/>
              </a:ext>
            </a:extLst>
          </p:cNvPr>
          <p:cNvSpPr txBox="1"/>
          <p:nvPr/>
        </p:nvSpPr>
        <p:spPr>
          <a:xfrm>
            <a:off x="1716189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steering wind speed</a:t>
            </a:r>
          </a:p>
        </p:txBody>
      </p:sp>
      <p:sp>
        <p:nvSpPr>
          <p:cNvPr id="911" name="Ovale 14">
            <a:extLst>
              <a:ext uri="{FF2B5EF4-FFF2-40B4-BE49-F238E27FC236}">
                <a16:creationId xmlns:a16="http://schemas.microsoft.com/office/drawing/2014/main" id="{344DB4B1-3E31-7B65-A901-F96913F33FB2}"/>
              </a:ext>
            </a:extLst>
          </p:cNvPr>
          <p:cNvSpPr/>
          <p:nvPr/>
        </p:nvSpPr>
        <p:spPr>
          <a:xfrm>
            <a:off x="2120542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2" name="TextBox 911">
            <a:extLst>
              <a:ext uri="{FF2B5EF4-FFF2-40B4-BE49-F238E27FC236}">
                <a16:creationId xmlns:a16="http://schemas.microsoft.com/office/drawing/2014/main" id="{2CF65DCA-1047-156C-46B3-A5C9459A1C74}"/>
              </a:ext>
            </a:extLst>
          </p:cNvPr>
          <p:cNvSpPr txBox="1"/>
          <p:nvPr/>
        </p:nvSpPr>
        <p:spPr>
          <a:xfrm>
            <a:off x="2550268" y="3700498"/>
            <a:ext cx="9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4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 steering wind speed</a:t>
            </a:r>
          </a:p>
        </p:txBody>
      </p: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391F4CBD-5700-C8A3-A1CF-9DB22608455B}"/>
              </a:ext>
            </a:extLst>
          </p:cNvPr>
          <p:cNvCxnSpPr>
            <a:cxnSpLocks/>
          </p:cNvCxnSpPr>
          <p:nvPr/>
        </p:nvCxnSpPr>
        <p:spPr>
          <a:xfrm>
            <a:off x="3006729" y="4044527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e 14">
            <a:extLst>
              <a:ext uri="{FF2B5EF4-FFF2-40B4-BE49-F238E27FC236}">
                <a16:creationId xmlns:a16="http://schemas.microsoft.com/office/drawing/2014/main" id="{D78A8DF1-FCC4-17F1-B9E2-B373AC30ACED}"/>
              </a:ext>
            </a:extLst>
          </p:cNvPr>
          <p:cNvSpPr/>
          <p:nvPr/>
        </p:nvSpPr>
        <p:spPr>
          <a:xfrm>
            <a:off x="2970729" y="4190706"/>
            <a:ext cx="72000" cy="72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3AC73C53-F925-3CC5-F038-70CB831B9B50}"/>
              </a:ext>
            </a:extLst>
          </p:cNvPr>
          <p:cNvSpPr/>
          <p:nvPr/>
        </p:nvSpPr>
        <p:spPr>
          <a:xfrm>
            <a:off x="2930885" y="1837962"/>
            <a:ext cx="54216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16" name="Straight Connector 915">
            <a:extLst>
              <a:ext uri="{FF2B5EF4-FFF2-40B4-BE49-F238E27FC236}">
                <a16:creationId xmlns:a16="http://schemas.microsoft.com/office/drawing/2014/main" id="{3C6B9873-97A5-6A82-B532-DEF417F013EA}"/>
              </a:ext>
            </a:extLst>
          </p:cNvPr>
          <p:cNvCxnSpPr>
            <a:cxnSpLocks/>
          </p:cNvCxnSpPr>
          <p:nvPr/>
        </p:nvCxnSpPr>
        <p:spPr>
          <a:xfrm>
            <a:off x="3436459" y="1283368"/>
            <a:ext cx="0" cy="548087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Straight Connector 916">
            <a:extLst>
              <a:ext uri="{FF2B5EF4-FFF2-40B4-BE49-F238E27FC236}">
                <a16:creationId xmlns:a16="http://schemas.microsoft.com/office/drawing/2014/main" id="{7825BE75-7831-0889-A14A-794C18AD0C06}"/>
              </a:ext>
            </a:extLst>
          </p:cNvPr>
          <p:cNvCxnSpPr>
            <a:cxnSpLocks/>
          </p:cNvCxnSpPr>
          <p:nvPr/>
        </p:nvCxnSpPr>
        <p:spPr>
          <a:xfrm>
            <a:off x="1729628" y="1837340"/>
            <a:ext cx="3413662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6FBDFE11-79B2-CC0B-2D41-DAEE9F9D0074}"/>
              </a:ext>
            </a:extLst>
          </p:cNvPr>
          <p:cNvCxnSpPr>
            <a:cxnSpLocks/>
          </p:cNvCxnSpPr>
          <p:nvPr/>
        </p:nvCxnSpPr>
        <p:spPr>
          <a:xfrm>
            <a:off x="1729628" y="183734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9" name="TextBox 918">
            <a:extLst>
              <a:ext uri="{FF2B5EF4-FFF2-40B4-BE49-F238E27FC236}">
                <a16:creationId xmlns:a16="http://schemas.microsoft.com/office/drawing/2014/main" id="{474386FA-F024-040C-C02A-28CC575A2173}"/>
              </a:ext>
            </a:extLst>
          </p:cNvPr>
          <p:cNvSpPr txBox="1"/>
          <p:nvPr/>
        </p:nvSpPr>
        <p:spPr>
          <a:xfrm>
            <a:off x="1157058" y="1498352"/>
            <a:ext cx="1151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FF006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Mainly large-scale rainfall</a:t>
            </a:r>
          </a:p>
        </p:txBody>
      </p:sp>
      <p:sp>
        <p:nvSpPr>
          <p:cNvPr id="920" name="Ovale 14">
            <a:extLst>
              <a:ext uri="{FF2B5EF4-FFF2-40B4-BE49-F238E27FC236}">
                <a16:creationId xmlns:a16="http://schemas.microsoft.com/office/drawing/2014/main" id="{6CDA77EE-F337-F8B3-02E9-E55404710EBC}"/>
              </a:ext>
            </a:extLst>
          </p:cNvPr>
          <p:cNvSpPr/>
          <p:nvPr/>
        </p:nvSpPr>
        <p:spPr>
          <a:xfrm>
            <a:off x="1693628" y="1983519"/>
            <a:ext cx="72000" cy="72000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" name="TextBox 920">
            <a:extLst>
              <a:ext uri="{FF2B5EF4-FFF2-40B4-BE49-F238E27FC236}">
                <a16:creationId xmlns:a16="http://schemas.microsoft.com/office/drawing/2014/main" id="{6510985A-A4BA-FC28-2ED8-E8475538D543}"/>
              </a:ext>
            </a:extLst>
          </p:cNvPr>
          <p:cNvSpPr txBox="1"/>
          <p:nvPr/>
        </p:nvSpPr>
        <p:spPr>
          <a:xfrm>
            <a:off x="4516105" y="1498352"/>
            <a:ext cx="1269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FF0066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Mainly convective rainfall</a:t>
            </a:r>
          </a:p>
        </p:txBody>
      </p:sp>
      <p:cxnSp>
        <p:nvCxnSpPr>
          <p:cNvPr id="922" name="Straight Connector 921">
            <a:extLst>
              <a:ext uri="{FF2B5EF4-FFF2-40B4-BE49-F238E27FC236}">
                <a16:creationId xmlns:a16="http://schemas.microsoft.com/office/drawing/2014/main" id="{D3EE8C23-D793-5F16-CC82-EFCE0A83EF57}"/>
              </a:ext>
            </a:extLst>
          </p:cNvPr>
          <p:cNvCxnSpPr>
            <a:cxnSpLocks/>
          </p:cNvCxnSpPr>
          <p:nvPr/>
        </p:nvCxnSpPr>
        <p:spPr>
          <a:xfrm>
            <a:off x="5147542" y="1837340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Ovale 14">
            <a:extLst>
              <a:ext uri="{FF2B5EF4-FFF2-40B4-BE49-F238E27FC236}">
                <a16:creationId xmlns:a16="http://schemas.microsoft.com/office/drawing/2014/main" id="{C7535DA8-A923-D0C1-921A-CCF0F5BB5692}"/>
              </a:ext>
            </a:extLst>
          </p:cNvPr>
          <p:cNvSpPr/>
          <p:nvPr/>
        </p:nvSpPr>
        <p:spPr>
          <a:xfrm>
            <a:off x="5111542" y="1983519"/>
            <a:ext cx="72000" cy="72000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320F6B0-D421-5656-54AE-F22D6834553F}"/>
              </a:ext>
            </a:extLst>
          </p:cNvPr>
          <p:cNvSpPr/>
          <p:nvPr/>
        </p:nvSpPr>
        <p:spPr>
          <a:xfrm>
            <a:off x="12366" y="1498353"/>
            <a:ext cx="6829200" cy="388348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5" name="CasellaDiTesto 239">
            <a:extLst>
              <a:ext uri="{FF2B5EF4-FFF2-40B4-BE49-F238E27FC236}">
                <a16:creationId xmlns:a16="http://schemas.microsoft.com/office/drawing/2014/main" id="{AE271125-C726-0A74-5336-6D445EC12EBC}"/>
              </a:ext>
            </a:extLst>
          </p:cNvPr>
          <p:cNvSpPr txBox="1"/>
          <p:nvPr/>
        </p:nvSpPr>
        <p:spPr>
          <a:xfrm>
            <a:off x="2812752" y="4237870"/>
            <a:ext cx="387954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 b="1" dirty="0"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GB" sz="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6" name="Picture 925">
            <a:extLst>
              <a:ext uri="{FF2B5EF4-FFF2-40B4-BE49-F238E27FC236}">
                <a16:creationId xmlns:a16="http://schemas.microsoft.com/office/drawing/2014/main" id="{03E68A0D-5CD3-C55C-3A2F-DCF6B9B550BD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4" r="1"/>
          <a:stretch/>
        </p:blipFill>
        <p:spPr>
          <a:xfrm>
            <a:off x="1315628" y="2051096"/>
            <a:ext cx="828000" cy="522248"/>
          </a:xfrm>
          <a:prstGeom prst="rect">
            <a:avLst/>
          </a:prstGeom>
        </p:spPr>
      </p:pic>
      <p:sp>
        <p:nvSpPr>
          <p:cNvPr id="927" name="Rectangle 926">
            <a:extLst>
              <a:ext uri="{FF2B5EF4-FFF2-40B4-BE49-F238E27FC236}">
                <a16:creationId xmlns:a16="http://schemas.microsoft.com/office/drawing/2014/main" id="{0FF0055A-A755-9ADE-0F4E-6F1566550CE1}"/>
              </a:ext>
            </a:extLst>
          </p:cNvPr>
          <p:cNvSpPr/>
          <p:nvPr/>
        </p:nvSpPr>
        <p:spPr>
          <a:xfrm>
            <a:off x="1841878" y="2334996"/>
            <a:ext cx="108432" cy="112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8" name="Picture 927">
            <a:extLst>
              <a:ext uri="{FF2B5EF4-FFF2-40B4-BE49-F238E27FC236}">
                <a16:creationId xmlns:a16="http://schemas.microsoft.com/office/drawing/2014/main" id="{BD16091E-E8B2-20A4-6831-3FA7ED942F18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"/>
          <a:stretch/>
        </p:blipFill>
        <p:spPr>
          <a:xfrm>
            <a:off x="471598" y="3165194"/>
            <a:ext cx="828000" cy="526004"/>
          </a:xfrm>
          <a:prstGeom prst="rect">
            <a:avLst/>
          </a:prstGeom>
        </p:spPr>
      </p:pic>
      <p:pic>
        <p:nvPicPr>
          <p:cNvPr id="929" name="Picture 928">
            <a:extLst>
              <a:ext uri="{FF2B5EF4-FFF2-40B4-BE49-F238E27FC236}">
                <a16:creationId xmlns:a16="http://schemas.microsoft.com/office/drawing/2014/main" id="{6CF4011F-4C65-BC3A-3D45-33C614A6FA55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1" r="-1"/>
          <a:stretch/>
        </p:blipFill>
        <p:spPr>
          <a:xfrm>
            <a:off x="2182771" y="3165194"/>
            <a:ext cx="828000" cy="526697"/>
          </a:xfrm>
          <a:prstGeom prst="rect">
            <a:avLst/>
          </a:prstGeom>
        </p:spPr>
      </p:pic>
      <p:pic>
        <p:nvPicPr>
          <p:cNvPr id="930" name="Picture 929">
            <a:extLst>
              <a:ext uri="{FF2B5EF4-FFF2-40B4-BE49-F238E27FC236}">
                <a16:creationId xmlns:a16="http://schemas.microsoft.com/office/drawing/2014/main" id="{FD50DD07-1093-34C9-1B28-6355289E9112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4" r="-1"/>
          <a:stretch/>
        </p:blipFill>
        <p:spPr>
          <a:xfrm>
            <a:off x="3442916" y="4247576"/>
            <a:ext cx="828000" cy="527480"/>
          </a:xfrm>
          <a:prstGeom prst="rect">
            <a:avLst/>
          </a:prstGeom>
        </p:spPr>
      </p:pic>
      <p:sp>
        <p:nvSpPr>
          <p:cNvPr id="931" name="Rectangle 930">
            <a:extLst>
              <a:ext uri="{FF2B5EF4-FFF2-40B4-BE49-F238E27FC236}">
                <a16:creationId xmlns:a16="http://schemas.microsoft.com/office/drawing/2014/main" id="{64FD16A0-87C0-25E8-9D77-F02F1F165401}"/>
              </a:ext>
            </a:extLst>
          </p:cNvPr>
          <p:cNvSpPr/>
          <p:nvPr/>
        </p:nvSpPr>
        <p:spPr>
          <a:xfrm>
            <a:off x="3799548" y="4353496"/>
            <a:ext cx="108432" cy="112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2B790EAE-4671-9D8C-D195-3DD8153599B8}"/>
              </a:ext>
            </a:extLst>
          </p:cNvPr>
          <p:cNvCxnSpPr>
            <a:cxnSpLocks/>
          </p:cNvCxnSpPr>
          <p:nvPr/>
        </p:nvCxnSpPr>
        <p:spPr>
          <a:xfrm>
            <a:off x="3856916" y="4770280"/>
            <a:ext cx="0" cy="17990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3" name="CasellaDiTesto 239">
            <a:extLst>
              <a:ext uri="{FF2B5EF4-FFF2-40B4-BE49-F238E27FC236}">
                <a16:creationId xmlns:a16="http://schemas.microsoft.com/office/drawing/2014/main" id="{82A5132A-750A-44ED-8B14-CCB1CDE53F82}"/>
              </a:ext>
            </a:extLst>
          </p:cNvPr>
          <p:cNvSpPr txBox="1"/>
          <p:nvPr/>
        </p:nvSpPr>
        <p:spPr>
          <a:xfrm>
            <a:off x="3684874" y="4237870"/>
            <a:ext cx="344084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 b="1" dirty="0"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GB" sz="8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34" name="Straight Connector 933">
            <a:extLst>
              <a:ext uri="{FF2B5EF4-FFF2-40B4-BE49-F238E27FC236}">
                <a16:creationId xmlns:a16="http://schemas.microsoft.com/office/drawing/2014/main" id="{307EF9CC-6C6D-0965-4BC7-7442808C0131}"/>
              </a:ext>
            </a:extLst>
          </p:cNvPr>
          <p:cNvCxnSpPr>
            <a:cxnSpLocks/>
          </p:cNvCxnSpPr>
          <p:nvPr/>
        </p:nvCxnSpPr>
        <p:spPr>
          <a:xfrm>
            <a:off x="1732700" y="2565602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Straight Connector 934">
            <a:extLst>
              <a:ext uri="{FF2B5EF4-FFF2-40B4-BE49-F238E27FC236}">
                <a16:creationId xmlns:a16="http://schemas.microsoft.com/office/drawing/2014/main" id="{91FE152C-3F5B-DA32-41A9-95854754BECB}"/>
              </a:ext>
            </a:extLst>
          </p:cNvPr>
          <p:cNvCxnSpPr>
            <a:cxnSpLocks/>
          </p:cNvCxnSpPr>
          <p:nvPr/>
        </p:nvCxnSpPr>
        <p:spPr>
          <a:xfrm>
            <a:off x="874680" y="2925602"/>
            <a:ext cx="1716041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Straight Connector 935">
            <a:extLst>
              <a:ext uri="{FF2B5EF4-FFF2-40B4-BE49-F238E27FC236}">
                <a16:creationId xmlns:a16="http://schemas.microsoft.com/office/drawing/2014/main" id="{F791B5A0-F78B-BDDE-6FB3-177B6A77A230}"/>
              </a:ext>
            </a:extLst>
          </p:cNvPr>
          <p:cNvCxnSpPr>
            <a:cxnSpLocks/>
          </p:cNvCxnSpPr>
          <p:nvPr/>
        </p:nvCxnSpPr>
        <p:spPr>
          <a:xfrm>
            <a:off x="874680" y="2925602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7" name="TextBox 936">
            <a:extLst>
              <a:ext uri="{FF2B5EF4-FFF2-40B4-BE49-F238E27FC236}">
                <a16:creationId xmlns:a16="http://schemas.microsoft.com/office/drawing/2014/main" id="{53D301BA-FCD8-99FA-D8DF-5268E82EC48C}"/>
              </a:ext>
            </a:extLst>
          </p:cNvPr>
          <p:cNvSpPr txBox="1"/>
          <p:nvPr/>
        </p:nvSpPr>
        <p:spPr>
          <a:xfrm>
            <a:off x="366567" y="2589545"/>
            <a:ext cx="999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rainfall totals</a:t>
            </a:r>
          </a:p>
        </p:txBody>
      </p:sp>
      <p:sp>
        <p:nvSpPr>
          <p:cNvPr id="938" name="TextBox 937">
            <a:extLst>
              <a:ext uri="{FF2B5EF4-FFF2-40B4-BE49-F238E27FC236}">
                <a16:creationId xmlns:a16="http://schemas.microsoft.com/office/drawing/2014/main" id="{EBBAEA19-7D7B-5A6D-3361-CAA831020210}"/>
              </a:ext>
            </a:extLst>
          </p:cNvPr>
          <p:cNvSpPr txBox="1"/>
          <p:nvPr/>
        </p:nvSpPr>
        <p:spPr>
          <a:xfrm>
            <a:off x="2093117" y="2589545"/>
            <a:ext cx="999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 rainfall totals</a:t>
            </a:r>
          </a:p>
        </p:txBody>
      </p:sp>
      <p:cxnSp>
        <p:nvCxnSpPr>
          <p:cNvPr id="939" name="Straight Connector 938">
            <a:extLst>
              <a:ext uri="{FF2B5EF4-FFF2-40B4-BE49-F238E27FC236}">
                <a16:creationId xmlns:a16="http://schemas.microsoft.com/office/drawing/2014/main" id="{689D2D12-37E3-6621-EE9A-495DEA13D7B8}"/>
              </a:ext>
            </a:extLst>
          </p:cNvPr>
          <p:cNvCxnSpPr>
            <a:cxnSpLocks/>
          </p:cNvCxnSpPr>
          <p:nvPr/>
        </p:nvCxnSpPr>
        <p:spPr>
          <a:xfrm>
            <a:off x="2590721" y="2925602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Straight Connector 939">
            <a:extLst>
              <a:ext uri="{FF2B5EF4-FFF2-40B4-BE49-F238E27FC236}">
                <a16:creationId xmlns:a16="http://schemas.microsoft.com/office/drawing/2014/main" id="{CB516FA7-86A8-9227-047C-A239FEBB7DB2}"/>
              </a:ext>
            </a:extLst>
          </p:cNvPr>
          <p:cNvCxnSpPr>
            <a:cxnSpLocks/>
          </p:cNvCxnSpPr>
          <p:nvPr/>
        </p:nvCxnSpPr>
        <p:spPr>
          <a:xfrm>
            <a:off x="5143820" y="2565602"/>
            <a:ext cx="0" cy="36000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Straight Connector 940">
            <a:extLst>
              <a:ext uri="{FF2B5EF4-FFF2-40B4-BE49-F238E27FC236}">
                <a16:creationId xmlns:a16="http://schemas.microsoft.com/office/drawing/2014/main" id="{141AFE18-7231-AAAA-9E7B-BA11E34EC553}"/>
              </a:ext>
            </a:extLst>
          </p:cNvPr>
          <p:cNvCxnSpPr>
            <a:cxnSpLocks/>
          </p:cNvCxnSpPr>
          <p:nvPr/>
        </p:nvCxnSpPr>
        <p:spPr>
          <a:xfrm>
            <a:off x="4285800" y="2925602"/>
            <a:ext cx="1716041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Straight Connector 941">
            <a:extLst>
              <a:ext uri="{FF2B5EF4-FFF2-40B4-BE49-F238E27FC236}">
                <a16:creationId xmlns:a16="http://schemas.microsoft.com/office/drawing/2014/main" id="{1075578B-C7F1-E76B-EBB8-BE42EA2E530E}"/>
              </a:ext>
            </a:extLst>
          </p:cNvPr>
          <p:cNvCxnSpPr>
            <a:cxnSpLocks/>
          </p:cNvCxnSpPr>
          <p:nvPr/>
        </p:nvCxnSpPr>
        <p:spPr>
          <a:xfrm>
            <a:off x="4285800" y="2925602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>
            <a:extLst>
              <a:ext uri="{FF2B5EF4-FFF2-40B4-BE49-F238E27FC236}">
                <a16:creationId xmlns:a16="http://schemas.microsoft.com/office/drawing/2014/main" id="{89DA06AE-0672-EC46-D9A6-2EF045BAF235}"/>
              </a:ext>
            </a:extLst>
          </p:cNvPr>
          <p:cNvSpPr txBox="1"/>
          <p:nvPr/>
        </p:nvSpPr>
        <p:spPr>
          <a:xfrm>
            <a:off x="3787212" y="2589545"/>
            <a:ext cx="999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Low rainfall totals</a:t>
            </a:r>
          </a:p>
        </p:txBody>
      </p:sp>
      <p:sp>
        <p:nvSpPr>
          <p:cNvPr id="944" name="TextBox 943">
            <a:extLst>
              <a:ext uri="{FF2B5EF4-FFF2-40B4-BE49-F238E27FC236}">
                <a16:creationId xmlns:a16="http://schemas.microsoft.com/office/drawing/2014/main" id="{7723A709-96E1-296B-306E-D709AC9E8DEF}"/>
              </a:ext>
            </a:extLst>
          </p:cNvPr>
          <p:cNvSpPr txBox="1"/>
          <p:nvPr/>
        </p:nvSpPr>
        <p:spPr>
          <a:xfrm>
            <a:off x="5504237" y="2589545"/>
            <a:ext cx="999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High rainfall totals</a:t>
            </a:r>
          </a:p>
        </p:txBody>
      </p:sp>
      <p:cxnSp>
        <p:nvCxnSpPr>
          <p:cNvPr id="945" name="Straight Connector 944">
            <a:extLst>
              <a:ext uri="{FF2B5EF4-FFF2-40B4-BE49-F238E27FC236}">
                <a16:creationId xmlns:a16="http://schemas.microsoft.com/office/drawing/2014/main" id="{A7A63A4F-2EFA-4D42-C848-9788189EE4B4}"/>
              </a:ext>
            </a:extLst>
          </p:cNvPr>
          <p:cNvCxnSpPr>
            <a:cxnSpLocks/>
          </p:cNvCxnSpPr>
          <p:nvPr/>
        </p:nvCxnSpPr>
        <p:spPr>
          <a:xfrm>
            <a:off x="6001841" y="2925602"/>
            <a:ext cx="0" cy="179906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6" name="Picture 945">
            <a:extLst>
              <a:ext uri="{FF2B5EF4-FFF2-40B4-BE49-F238E27FC236}">
                <a16:creationId xmlns:a16="http://schemas.microsoft.com/office/drawing/2014/main" id="{26BACE3D-302B-C7CA-BF58-191F739DF7C6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"/>
          <a:stretch/>
        </p:blipFill>
        <p:spPr>
          <a:xfrm>
            <a:off x="3881025" y="3165194"/>
            <a:ext cx="796486" cy="519331"/>
          </a:xfrm>
          <a:prstGeom prst="rect">
            <a:avLst/>
          </a:prstGeom>
        </p:spPr>
      </p:pic>
      <p:pic>
        <p:nvPicPr>
          <p:cNvPr id="947" name="Picture 946">
            <a:extLst>
              <a:ext uri="{FF2B5EF4-FFF2-40B4-BE49-F238E27FC236}">
                <a16:creationId xmlns:a16="http://schemas.microsoft.com/office/drawing/2014/main" id="{4CBB30A0-A41C-663E-6C53-32FC760B254A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" r="1"/>
          <a:stretch/>
        </p:blipFill>
        <p:spPr>
          <a:xfrm>
            <a:off x="5584798" y="3165194"/>
            <a:ext cx="796486" cy="519331"/>
          </a:xfrm>
          <a:prstGeom prst="rect">
            <a:avLst/>
          </a:prstGeom>
        </p:spPr>
      </p:pic>
      <p:sp>
        <p:nvSpPr>
          <p:cNvPr id="948" name="Ovale 14">
            <a:extLst>
              <a:ext uri="{FF2B5EF4-FFF2-40B4-BE49-F238E27FC236}">
                <a16:creationId xmlns:a16="http://schemas.microsoft.com/office/drawing/2014/main" id="{FE229394-3B20-7A74-9909-CE20AB016418}"/>
              </a:ext>
            </a:extLst>
          </p:cNvPr>
          <p:cNvSpPr/>
          <p:nvPr/>
        </p:nvSpPr>
        <p:spPr>
          <a:xfrm>
            <a:off x="838680" y="3098659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9" name="Ovale 14">
            <a:extLst>
              <a:ext uri="{FF2B5EF4-FFF2-40B4-BE49-F238E27FC236}">
                <a16:creationId xmlns:a16="http://schemas.microsoft.com/office/drawing/2014/main" id="{E2F049BC-FEF5-FEB9-B4D6-D11FBC036D51}"/>
              </a:ext>
            </a:extLst>
          </p:cNvPr>
          <p:cNvSpPr/>
          <p:nvPr/>
        </p:nvSpPr>
        <p:spPr>
          <a:xfrm>
            <a:off x="2554721" y="3098659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0" name="Ovale 14">
            <a:extLst>
              <a:ext uri="{FF2B5EF4-FFF2-40B4-BE49-F238E27FC236}">
                <a16:creationId xmlns:a16="http://schemas.microsoft.com/office/drawing/2014/main" id="{99606B1F-25B8-181F-BA80-F86623395C98}"/>
              </a:ext>
            </a:extLst>
          </p:cNvPr>
          <p:cNvSpPr/>
          <p:nvPr/>
        </p:nvSpPr>
        <p:spPr>
          <a:xfrm>
            <a:off x="4249800" y="3098659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1" name="Ovale 14">
            <a:extLst>
              <a:ext uri="{FF2B5EF4-FFF2-40B4-BE49-F238E27FC236}">
                <a16:creationId xmlns:a16="http://schemas.microsoft.com/office/drawing/2014/main" id="{6211D886-BC44-46E1-9845-8E07F9058019}"/>
              </a:ext>
            </a:extLst>
          </p:cNvPr>
          <p:cNvSpPr/>
          <p:nvPr/>
        </p:nvSpPr>
        <p:spPr>
          <a:xfrm>
            <a:off x="5965841" y="3098659"/>
            <a:ext cx="72000" cy="7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CC57FB-0240-84C0-A173-8CF23733D300}"/>
              </a:ext>
            </a:extLst>
          </p:cNvPr>
          <p:cNvGrpSpPr/>
          <p:nvPr/>
        </p:nvGrpSpPr>
        <p:grpSpPr>
          <a:xfrm>
            <a:off x="-1532694" y="2354527"/>
            <a:ext cx="1260000" cy="2171133"/>
            <a:chOff x="-2631579" y="2779052"/>
            <a:chExt cx="1260000" cy="2171133"/>
          </a:xfrm>
        </p:grpSpPr>
        <p:sp>
          <p:nvSpPr>
            <p:cNvPr id="726" name="Ovale 220">
              <a:extLst>
                <a:ext uri="{FF2B5EF4-FFF2-40B4-BE49-F238E27FC236}">
                  <a16:creationId xmlns:a16="http://schemas.microsoft.com/office/drawing/2014/main" id="{C10E1803-3FC9-AF71-F017-C81947F13BD7}"/>
                </a:ext>
              </a:extLst>
            </p:cNvPr>
            <p:cNvSpPr/>
            <p:nvPr/>
          </p:nvSpPr>
          <p:spPr>
            <a:xfrm>
              <a:off x="-2631579" y="2779052"/>
              <a:ext cx="1260000" cy="12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5A7E0B35-BEE3-5B5F-38DC-D36FCD21485F}"/>
                </a:ext>
              </a:extLst>
            </p:cNvPr>
            <p:cNvSpPr txBox="1"/>
            <p:nvPr/>
          </p:nvSpPr>
          <p:spPr>
            <a:xfrm>
              <a:off x="-2421157" y="2980516"/>
              <a:ext cx="8634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solidFill>
                    <a:schemeClr val="bg1"/>
                  </a:solidFill>
                  <a:ea typeface="Calibri" panose="020F0502020204030204" pitchFamily="34" charset="0"/>
                  <a:cs typeface="Calibri" panose="020F0502020204030204" pitchFamily="34" charset="0"/>
                </a:rPr>
                <a:t>All cases</a:t>
              </a:r>
            </a:p>
          </p:txBody>
        </p:sp>
        <p:pic>
          <p:nvPicPr>
            <p:cNvPr id="728" name="Graphic 88" descr="Leaf with solid fill">
              <a:extLst>
                <a:ext uri="{FF2B5EF4-FFF2-40B4-BE49-F238E27FC236}">
                  <a16:creationId xmlns:a16="http://schemas.microsoft.com/office/drawing/2014/main" id="{802BA69C-12D4-485D-AA07-D5D16EF1B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2271579" y="4102952"/>
              <a:ext cx="540000" cy="540000"/>
            </a:xfrm>
            <a:prstGeom prst="rect">
              <a:avLst/>
            </a:prstGeom>
          </p:spPr>
        </p:pic>
        <p:sp>
          <p:nvSpPr>
            <p:cNvPr id="729" name="CasellaDiTesto 26">
              <a:extLst>
                <a:ext uri="{FF2B5EF4-FFF2-40B4-BE49-F238E27FC236}">
                  <a16:creationId xmlns:a16="http://schemas.microsoft.com/office/drawing/2014/main" id="{BD52DE52-0069-F75C-BE0A-8F15053EA0F0}"/>
                </a:ext>
              </a:extLst>
            </p:cNvPr>
            <p:cNvSpPr txBox="1"/>
            <p:nvPr/>
          </p:nvSpPr>
          <p:spPr>
            <a:xfrm>
              <a:off x="-2567819" y="4550075"/>
              <a:ext cx="1132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b="1" dirty="0">
                  <a:ea typeface="Calibri" panose="020F0502020204030204" pitchFamily="34" charset="0"/>
                  <a:cs typeface="Calibri" panose="020F0502020204030204" pitchFamily="34" charset="0"/>
                </a:rPr>
                <a:t>Univariate ecPoint</a:t>
              </a:r>
            </a:p>
          </p:txBody>
        </p:sp>
        <p:pic>
          <p:nvPicPr>
            <p:cNvPr id="952" name="Picture 951">
              <a:extLst>
                <a:ext uri="{FF2B5EF4-FFF2-40B4-BE49-F238E27FC236}">
                  <a16:creationId xmlns:a16="http://schemas.microsoft.com/office/drawing/2014/main" id="{66023214-220A-F8D6-0405-4CAFE4186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65" r="-1"/>
            <a:stretch/>
          </p:blipFill>
          <p:spPr>
            <a:xfrm>
              <a:off x="-2414995" y="3183163"/>
              <a:ext cx="863415" cy="547028"/>
            </a:xfrm>
            <a:prstGeom prst="rect">
              <a:avLst/>
            </a:prstGeom>
          </p:spPr>
        </p:pic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34005379-8F7B-CBF1-1BC9-70969B3F36A4}"/>
                </a:ext>
              </a:extLst>
            </p:cNvPr>
            <p:cNvCxnSpPr>
              <a:cxnSpLocks/>
            </p:cNvCxnSpPr>
            <p:nvPr/>
          </p:nvCxnSpPr>
          <p:spPr>
            <a:xfrm>
              <a:off x="-2127232" y="3638797"/>
              <a:ext cx="0" cy="94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EAEBF2E8-09A7-CCA4-7E02-5683D3F8E737}"/>
                </a:ext>
              </a:extLst>
            </p:cNvPr>
            <p:cNvSpPr/>
            <p:nvPr/>
          </p:nvSpPr>
          <p:spPr>
            <a:xfrm>
              <a:off x="-2204245" y="3613133"/>
              <a:ext cx="4571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140C0A08-3923-F459-6C79-25FEBB86F9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70432" y="3641178"/>
              <a:ext cx="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3C5C7695-0132-FA50-55F7-F3F440BF970E}"/>
                </a:ext>
              </a:extLst>
            </p:cNvPr>
            <p:cNvCxnSpPr>
              <a:cxnSpLocks/>
            </p:cNvCxnSpPr>
            <p:nvPr/>
          </p:nvCxnSpPr>
          <p:spPr>
            <a:xfrm>
              <a:off x="-2168889" y="3638797"/>
              <a:ext cx="0" cy="94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7" name="Rectangle 956">
            <a:extLst>
              <a:ext uri="{FF2B5EF4-FFF2-40B4-BE49-F238E27FC236}">
                <a16:creationId xmlns:a16="http://schemas.microsoft.com/office/drawing/2014/main" id="{47A9EBC4-6DA4-31E2-FEC1-C968ACEDDFC2}"/>
              </a:ext>
            </a:extLst>
          </p:cNvPr>
          <p:cNvSpPr/>
          <p:nvPr/>
        </p:nvSpPr>
        <p:spPr>
          <a:xfrm>
            <a:off x="1311503" y="2050757"/>
            <a:ext cx="828000" cy="51782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AEAB335E-86A6-BA15-29FD-9C44B7C3F066}"/>
              </a:ext>
            </a:extLst>
          </p:cNvPr>
          <p:cNvSpPr/>
          <p:nvPr/>
        </p:nvSpPr>
        <p:spPr>
          <a:xfrm>
            <a:off x="4733865" y="2055095"/>
            <a:ext cx="828000" cy="50973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1DCA81FF-424D-E5B1-89A3-95580C443F35}"/>
              </a:ext>
            </a:extLst>
          </p:cNvPr>
          <p:cNvSpPr/>
          <p:nvPr/>
        </p:nvSpPr>
        <p:spPr>
          <a:xfrm>
            <a:off x="471598" y="3173374"/>
            <a:ext cx="828000" cy="50975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72BBC146-580D-B853-0962-950BED8C11AF}"/>
              </a:ext>
            </a:extLst>
          </p:cNvPr>
          <p:cNvSpPr/>
          <p:nvPr/>
        </p:nvSpPr>
        <p:spPr>
          <a:xfrm>
            <a:off x="2182771" y="3174067"/>
            <a:ext cx="828000" cy="50906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C7189D02-10AA-800A-D28D-0179D62F240B}"/>
              </a:ext>
            </a:extLst>
          </p:cNvPr>
          <p:cNvSpPr/>
          <p:nvPr/>
        </p:nvSpPr>
        <p:spPr>
          <a:xfrm>
            <a:off x="3885303" y="3166701"/>
            <a:ext cx="792208" cy="50849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4EFF774A-4B34-6CA6-224B-3E669C32FE3A}"/>
              </a:ext>
            </a:extLst>
          </p:cNvPr>
          <p:cNvSpPr/>
          <p:nvPr/>
        </p:nvSpPr>
        <p:spPr>
          <a:xfrm>
            <a:off x="5584798" y="3166701"/>
            <a:ext cx="796486" cy="50849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2736B389-EAF8-3E34-C2D9-F201EEC3FA3A}"/>
              </a:ext>
            </a:extLst>
          </p:cNvPr>
          <p:cNvSpPr/>
          <p:nvPr/>
        </p:nvSpPr>
        <p:spPr>
          <a:xfrm>
            <a:off x="42168" y="4257110"/>
            <a:ext cx="828000" cy="50829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528E6742-29A2-E5DC-98AA-214143E0AA36}"/>
              </a:ext>
            </a:extLst>
          </p:cNvPr>
          <p:cNvSpPr/>
          <p:nvPr/>
        </p:nvSpPr>
        <p:spPr>
          <a:xfrm>
            <a:off x="892355" y="4255270"/>
            <a:ext cx="828000" cy="50829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44312BAD-0B1B-75A6-3675-3B6D13D2CEEC}"/>
              </a:ext>
            </a:extLst>
          </p:cNvPr>
          <p:cNvSpPr/>
          <p:nvPr/>
        </p:nvSpPr>
        <p:spPr>
          <a:xfrm>
            <a:off x="1742542" y="4255270"/>
            <a:ext cx="828000" cy="5148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307F8FA7-C4BA-60FD-D96D-B2D3C3701456}"/>
              </a:ext>
            </a:extLst>
          </p:cNvPr>
          <p:cNvSpPr/>
          <p:nvPr/>
        </p:nvSpPr>
        <p:spPr>
          <a:xfrm>
            <a:off x="2592729" y="4255270"/>
            <a:ext cx="828000" cy="51487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42E34664-FD20-1599-2F03-BE9DC7387541}"/>
              </a:ext>
            </a:extLst>
          </p:cNvPr>
          <p:cNvSpPr/>
          <p:nvPr/>
        </p:nvSpPr>
        <p:spPr>
          <a:xfrm>
            <a:off x="3442916" y="4257232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12B22E13-D872-67B6-6F2D-48D71D5003C1}"/>
              </a:ext>
            </a:extLst>
          </p:cNvPr>
          <p:cNvSpPr/>
          <p:nvPr/>
        </p:nvSpPr>
        <p:spPr>
          <a:xfrm>
            <a:off x="4293103" y="4255388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BF524876-6C93-4017-1E9B-713B017F23B8}"/>
              </a:ext>
            </a:extLst>
          </p:cNvPr>
          <p:cNvSpPr/>
          <p:nvPr/>
        </p:nvSpPr>
        <p:spPr>
          <a:xfrm>
            <a:off x="5143290" y="4255388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1C9D559F-0FBB-084A-275F-6D83698A3A74}"/>
              </a:ext>
            </a:extLst>
          </p:cNvPr>
          <p:cNvSpPr/>
          <p:nvPr/>
        </p:nvSpPr>
        <p:spPr>
          <a:xfrm>
            <a:off x="5993480" y="4255387"/>
            <a:ext cx="828000" cy="51291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F265BF-0482-7EB1-B625-9BF7A5B4FBAE}"/>
              </a:ext>
            </a:extLst>
          </p:cNvPr>
          <p:cNvCxnSpPr>
            <a:cxnSpLocks/>
          </p:cNvCxnSpPr>
          <p:nvPr/>
        </p:nvCxnSpPr>
        <p:spPr>
          <a:xfrm>
            <a:off x="-914400" y="1283887"/>
            <a:ext cx="4353462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FF82BC-E0FF-E0CC-0EF3-010773F2B4C8}"/>
              </a:ext>
            </a:extLst>
          </p:cNvPr>
          <p:cNvCxnSpPr>
            <a:cxnSpLocks/>
            <a:endCxn id="726" idx="0"/>
          </p:cNvCxnSpPr>
          <p:nvPr/>
        </p:nvCxnSpPr>
        <p:spPr>
          <a:xfrm>
            <a:off x="-902694" y="1283368"/>
            <a:ext cx="0" cy="1071159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76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315</Words>
  <Application>Microsoft Office PowerPoint</Application>
  <PresentationFormat>Custom</PresentationFormat>
  <Paragraphs>85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2024-10-15T09:22:40Z</dcterms:created>
  <dcterms:modified xsi:type="dcterms:W3CDTF">2026-02-03T17:34:21Z</dcterms:modified>
</cp:coreProperties>
</file>