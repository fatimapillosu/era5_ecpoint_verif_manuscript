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60" r:id="rId2"/>
  </p:sldIdLst>
  <p:sldSz cx="594042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FFF"/>
    <a:srgbClr val="FF0D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DCF90D-E219-48CF-89F4-03146B106F4E}" v="2" dt="2026-02-08T23:49:52.0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44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5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addSld delSld modSld sldOrd">
      <pc:chgData name="Fatima Pillosu" userId="a6295d4dc9e22643" providerId="LiveId" clId="{87453732-75AC-4426-B5D3-B7C69C2D4F54}" dt="2026-02-08T23:50:20.109" v="1386" actId="166"/>
      <pc:docMkLst>
        <pc:docMk/>
      </pc:docMkLst>
      <pc:sldChg chg="addSp delSp modSp add mod">
        <pc:chgData name="Fatima Pillosu" userId="a6295d4dc9e22643" providerId="LiveId" clId="{87453732-75AC-4426-B5D3-B7C69C2D4F54}" dt="2026-02-08T23:50:20.109" v="1386" actId="166"/>
        <pc:sldMkLst>
          <pc:docMk/>
          <pc:sldMk cId="198537044" sldId="260"/>
        </pc:sldMkLst>
        <pc:spChg chg="mod">
          <ac:chgData name="Fatima Pillosu" userId="a6295d4dc9e22643" providerId="LiveId" clId="{87453732-75AC-4426-B5D3-B7C69C2D4F54}" dt="2026-02-08T23:49:39.359" v="1379"/>
          <ac:spMkLst>
            <pc:docMk/>
            <pc:sldMk cId="198537044" sldId="260"/>
            <ac:spMk id="8" creationId="{DD5EF4F5-2F3B-4127-FBA4-E69C0FF3814D}"/>
          </ac:spMkLst>
        </pc:spChg>
        <pc:spChg chg="mod">
          <ac:chgData name="Fatima Pillosu" userId="a6295d4dc9e22643" providerId="LiveId" clId="{87453732-75AC-4426-B5D3-B7C69C2D4F54}" dt="2026-02-08T23:49:39.359" v="1379"/>
          <ac:spMkLst>
            <pc:docMk/>
            <pc:sldMk cId="198537044" sldId="260"/>
            <ac:spMk id="9" creationId="{ABF6F657-B7F8-346C-A6AB-D6053A8A1F8A}"/>
          </ac:spMkLst>
        </pc:spChg>
        <pc:spChg chg="mod">
          <ac:chgData name="Fatima Pillosu" userId="a6295d4dc9e22643" providerId="LiveId" clId="{87453732-75AC-4426-B5D3-B7C69C2D4F54}" dt="2026-02-08T23:49:39.359" v="1379"/>
          <ac:spMkLst>
            <pc:docMk/>
            <pc:sldMk cId="198537044" sldId="260"/>
            <ac:spMk id="10" creationId="{F9BE8F9A-388A-994F-B186-4A4DFFF91567}"/>
          </ac:spMkLst>
        </pc:spChg>
        <pc:spChg chg="mod">
          <ac:chgData name="Fatima Pillosu" userId="a6295d4dc9e22643" providerId="LiveId" clId="{87453732-75AC-4426-B5D3-B7C69C2D4F54}" dt="2026-02-08T23:49:39.359" v="1379"/>
          <ac:spMkLst>
            <pc:docMk/>
            <pc:sldMk cId="198537044" sldId="260"/>
            <ac:spMk id="13" creationId="{050B5BFA-1F23-F15D-95CD-F4FC6F1FE0BB}"/>
          </ac:spMkLst>
        </pc:spChg>
        <pc:spChg chg="mod">
          <ac:chgData name="Fatima Pillosu" userId="a6295d4dc9e22643" providerId="LiveId" clId="{87453732-75AC-4426-B5D3-B7C69C2D4F54}" dt="2026-02-08T23:49:39.359" v="1379"/>
          <ac:spMkLst>
            <pc:docMk/>
            <pc:sldMk cId="198537044" sldId="260"/>
            <ac:spMk id="15" creationId="{18A61F81-2FC7-C9AD-788E-472E1B84A1E9}"/>
          </ac:spMkLst>
        </pc:spChg>
        <pc:spChg chg="mod">
          <ac:chgData name="Fatima Pillosu" userId="a6295d4dc9e22643" providerId="LiveId" clId="{87453732-75AC-4426-B5D3-B7C69C2D4F54}" dt="2026-02-08T23:49:39.359" v="1379"/>
          <ac:spMkLst>
            <pc:docMk/>
            <pc:sldMk cId="198537044" sldId="260"/>
            <ac:spMk id="18" creationId="{25E862AF-5E4C-E34E-6675-99E99DB70D33}"/>
          </ac:spMkLst>
        </pc:spChg>
        <pc:spChg chg="mod">
          <ac:chgData name="Fatima Pillosu" userId="a6295d4dc9e22643" providerId="LiveId" clId="{87453732-75AC-4426-B5D3-B7C69C2D4F54}" dt="2026-02-08T23:49:39.359" v="1379"/>
          <ac:spMkLst>
            <pc:docMk/>
            <pc:sldMk cId="198537044" sldId="260"/>
            <ac:spMk id="19" creationId="{C14F3120-B37B-D953-79B6-03D70D2EB4D3}"/>
          </ac:spMkLst>
        </pc:spChg>
        <pc:spChg chg="mod">
          <ac:chgData name="Fatima Pillosu" userId="a6295d4dc9e22643" providerId="LiveId" clId="{87453732-75AC-4426-B5D3-B7C69C2D4F54}" dt="2026-02-03T22:20:01.505" v="1362" actId="6549"/>
          <ac:spMkLst>
            <pc:docMk/>
            <pc:sldMk cId="198537044" sldId="260"/>
            <ac:spMk id="139" creationId="{2F41C470-DB45-05CD-6E3A-7C6A41FB87DB}"/>
          </ac:spMkLst>
        </pc:spChg>
        <pc:grpChg chg="add mod">
          <ac:chgData name="Fatima Pillosu" userId="a6295d4dc9e22643" providerId="LiveId" clId="{87453732-75AC-4426-B5D3-B7C69C2D4F54}" dt="2026-02-08T23:49:39.359" v="1379"/>
          <ac:grpSpMkLst>
            <pc:docMk/>
            <pc:sldMk cId="198537044" sldId="260"/>
            <ac:grpSpMk id="4" creationId="{01DE3743-83BE-62CD-87F3-05DE1E7AFDD4}"/>
          </ac:grpSpMkLst>
        </pc:grpChg>
        <pc:grpChg chg="del">
          <ac:chgData name="Fatima Pillosu" userId="a6295d4dc9e22643" providerId="LiveId" clId="{87453732-75AC-4426-B5D3-B7C69C2D4F54}" dt="2026-02-08T23:49:33.380" v="1378" actId="478"/>
          <ac:grpSpMkLst>
            <pc:docMk/>
            <pc:sldMk cId="198537044" sldId="260"/>
            <ac:grpSpMk id="5" creationId="{2AD71B17-BA1B-29F7-538B-68B7B5BC45CC}"/>
          </ac:grpSpMkLst>
        </pc:grpChg>
        <pc:picChg chg="add mod ord">
          <ac:chgData name="Fatima Pillosu" userId="a6295d4dc9e22643" providerId="LiveId" clId="{87453732-75AC-4426-B5D3-B7C69C2D4F54}" dt="2026-02-03T22:20:34.410" v="1367" actId="167"/>
          <ac:picMkLst>
            <pc:docMk/>
            <pc:sldMk cId="198537044" sldId="260"/>
            <ac:picMk id="3" creationId="{02492B6A-E250-1D67-A0F5-3E3C4E293F79}"/>
          </ac:picMkLst>
        </pc:picChg>
        <pc:picChg chg="add del mod ord">
          <ac:chgData name="Fatima Pillosu" userId="a6295d4dc9e22643" providerId="LiveId" clId="{87453732-75AC-4426-B5D3-B7C69C2D4F54}" dt="2026-02-08T23:49:33.380" v="1378" actId="478"/>
          <ac:picMkLst>
            <pc:docMk/>
            <pc:sldMk cId="198537044" sldId="260"/>
            <ac:picMk id="7" creationId="{C3FCABF2-5CFE-D93B-74EC-3ED528DC0350}"/>
          </ac:picMkLst>
        </pc:picChg>
        <pc:picChg chg="mod">
          <ac:chgData name="Fatima Pillosu" userId="a6295d4dc9e22643" providerId="LiveId" clId="{87453732-75AC-4426-B5D3-B7C69C2D4F54}" dt="2026-02-08T23:49:39.359" v="1379"/>
          <ac:picMkLst>
            <pc:docMk/>
            <pc:sldMk cId="198537044" sldId="260"/>
            <ac:picMk id="20" creationId="{7F8C4D11-C6F3-AC44-9CC1-D4FCE75C9B11}"/>
          </ac:picMkLst>
        </pc:picChg>
        <pc:picChg chg="add del mod">
          <ac:chgData name="Fatima Pillosu" userId="a6295d4dc9e22643" providerId="LiveId" clId="{87453732-75AC-4426-B5D3-B7C69C2D4F54}" dt="2026-02-08T23:50:16.581" v="1385" actId="478"/>
          <ac:picMkLst>
            <pc:docMk/>
            <pc:sldMk cId="198537044" sldId="260"/>
            <ac:picMk id="21" creationId="{8C7D6B2F-FA7B-ED9D-4F19-D6691D1696A1}"/>
          </ac:picMkLst>
        </pc:picChg>
        <pc:picChg chg="add mod ord">
          <ac:chgData name="Fatima Pillosu" userId="a6295d4dc9e22643" providerId="LiveId" clId="{87453732-75AC-4426-B5D3-B7C69C2D4F54}" dt="2026-02-08T23:50:20.109" v="1386" actId="166"/>
          <ac:picMkLst>
            <pc:docMk/>
            <pc:sldMk cId="198537044" sldId="260"/>
            <ac:picMk id="22" creationId="{09B363A8-F52F-0061-A631-E705B1B2EC7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32" y="1001553"/>
            <a:ext cx="5049361" cy="2130602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3214319"/>
            <a:ext cx="4455319" cy="1477538"/>
          </a:xfrm>
        </p:spPr>
        <p:txBody>
          <a:bodyPr/>
          <a:lstStyle>
            <a:lvl1pPr marL="0" indent="0" algn="ctr">
              <a:buNone/>
              <a:defRPr sz="1559"/>
            </a:lvl1pPr>
            <a:lvl2pPr marL="297043" indent="0" algn="ctr">
              <a:buNone/>
              <a:defRPr sz="1299"/>
            </a:lvl2pPr>
            <a:lvl3pPr marL="594086" indent="0" algn="ctr">
              <a:buNone/>
              <a:defRPr sz="1169"/>
            </a:lvl3pPr>
            <a:lvl4pPr marL="891129" indent="0" algn="ctr">
              <a:buNone/>
              <a:defRPr sz="1040"/>
            </a:lvl4pPr>
            <a:lvl5pPr marL="1188171" indent="0" algn="ctr">
              <a:buNone/>
              <a:defRPr sz="1040"/>
            </a:lvl5pPr>
            <a:lvl6pPr marL="1485214" indent="0" algn="ctr">
              <a:buNone/>
              <a:defRPr sz="1040"/>
            </a:lvl6pPr>
            <a:lvl7pPr marL="1782257" indent="0" algn="ctr">
              <a:buNone/>
              <a:defRPr sz="1040"/>
            </a:lvl7pPr>
            <a:lvl8pPr marL="2079300" indent="0" algn="ctr">
              <a:buNone/>
              <a:defRPr sz="1040"/>
            </a:lvl8pPr>
            <a:lvl9pPr marL="2376343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19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908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1525705"/>
            <a:ext cx="5123617" cy="2545672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4095460"/>
            <a:ext cx="5123617" cy="1338709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/>
                </a:solidFill>
              </a:defRPr>
            </a:lvl1pPr>
            <a:lvl2pPr marL="297043" indent="0">
              <a:buNone/>
              <a:defRPr sz="1299">
                <a:solidFill>
                  <a:schemeClr val="tx1">
                    <a:tint val="75000"/>
                  </a:schemeClr>
                </a:solidFill>
              </a:defRPr>
            </a:lvl2pPr>
            <a:lvl3pPr marL="594086" indent="0">
              <a:buNone/>
              <a:defRPr sz="1169">
                <a:solidFill>
                  <a:schemeClr val="tx1">
                    <a:tint val="75000"/>
                  </a:schemeClr>
                </a:solidFill>
              </a:defRPr>
            </a:lvl3pPr>
            <a:lvl4pPr marL="891129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171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214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2257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793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6343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309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31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325825"/>
            <a:ext cx="5123617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9" y="1500205"/>
            <a:ext cx="2513078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9" y="2235432"/>
            <a:ext cx="251307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1" y="1500205"/>
            <a:ext cx="2525454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1" y="2235432"/>
            <a:ext cx="2525454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345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238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20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881141"/>
            <a:ext cx="3007340" cy="4349034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47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881141"/>
            <a:ext cx="3007340" cy="4349034"/>
          </a:xfrm>
        </p:spPr>
        <p:txBody>
          <a:bodyPr anchor="t"/>
          <a:lstStyle>
            <a:lvl1pPr marL="0" indent="0">
              <a:buNone/>
              <a:defRPr sz="2079"/>
            </a:lvl1pPr>
            <a:lvl2pPr marL="297043" indent="0">
              <a:buNone/>
              <a:defRPr sz="1819"/>
            </a:lvl2pPr>
            <a:lvl3pPr marL="594086" indent="0">
              <a:buNone/>
              <a:defRPr sz="1559"/>
            </a:lvl3pPr>
            <a:lvl4pPr marL="891129" indent="0">
              <a:buNone/>
              <a:defRPr sz="1299"/>
            </a:lvl4pPr>
            <a:lvl5pPr marL="1188171" indent="0">
              <a:buNone/>
              <a:defRPr sz="1299"/>
            </a:lvl5pPr>
            <a:lvl6pPr marL="1485214" indent="0">
              <a:buNone/>
              <a:defRPr sz="1299"/>
            </a:lvl6pPr>
            <a:lvl7pPr marL="1782257" indent="0">
              <a:buNone/>
              <a:defRPr sz="1299"/>
            </a:lvl7pPr>
            <a:lvl8pPr marL="2079300" indent="0">
              <a:buNone/>
              <a:defRPr sz="1299"/>
            </a:lvl8pPr>
            <a:lvl9pPr marL="2376343" indent="0">
              <a:buNone/>
              <a:defRPr sz="1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595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86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325823"/>
            <a:ext cx="1280904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5" y="325823"/>
            <a:ext cx="3768457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671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325825"/>
            <a:ext cx="5123617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1629117"/>
            <a:ext cx="5123617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5672162"/>
            <a:ext cx="2004893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87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594086" rtl="0" eaLnBrk="1" latinLnBrk="0" hangingPunct="1">
        <a:lnSpc>
          <a:spcPct val="90000"/>
        </a:lnSpc>
        <a:spcBef>
          <a:spcPct val="0"/>
        </a:spcBef>
        <a:buNone/>
        <a:defRPr sz="2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21" indent="-148521" algn="l" defTabSz="594086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5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607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650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693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736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778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821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8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70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4086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1129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8171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5214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2257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930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63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BCD98-4533-0600-6F6B-745D6ED00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492B6A-E250-1D67-A0F5-3E3C4E293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3" y="2438085"/>
            <a:ext cx="5616000" cy="2815332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2C435E0F-D21A-B068-326C-D90A1D6F4958}"/>
              </a:ext>
            </a:extLst>
          </p:cNvPr>
          <p:cNvSpPr txBox="1"/>
          <p:nvPr/>
        </p:nvSpPr>
        <p:spPr>
          <a:xfrm>
            <a:off x="1954403" y="2260632"/>
            <a:ext cx="4427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F8C1C2-2292-8B21-D42B-CE39B0BF63C8}"/>
              </a:ext>
            </a:extLst>
          </p:cNvPr>
          <p:cNvSpPr txBox="1"/>
          <p:nvPr/>
        </p:nvSpPr>
        <p:spPr>
          <a:xfrm>
            <a:off x="2928331" y="2260632"/>
            <a:ext cx="3545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A1FA5D-4B2A-3BD3-F192-EFC625BF6D54}"/>
              </a:ext>
            </a:extLst>
          </p:cNvPr>
          <p:cNvSpPr txBox="1"/>
          <p:nvPr/>
        </p:nvSpPr>
        <p:spPr>
          <a:xfrm>
            <a:off x="3830781" y="2260632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3544B1-1963-1EDA-75DD-6260C6CE0CEC}"/>
              </a:ext>
            </a:extLst>
          </p:cNvPr>
          <p:cNvSpPr txBox="1"/>
          <p:nvPr/>
        </p:nvSpPr>
        <p:spPr>
          <a:xfrm>
            <a:off x="4731002" y="2260632"/>
            <a:ext cx="463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F41C470-DB45-05CD-6E3A-7C6A41FB87DB}"/>
              </a:ext>
            </a:extLst>
          </p:cNvPr>
          <p:cNvSpPr txBox="1"/>
          <p:nvPr/>
        </p:nvSpPr>
        <p:spPr>
          <a:xfrm>
            <a:off x="-46666" y="-31190"/>
            <a:ext cx="9370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Normalized Mean Absolute Error (MAE</a:t>
            </a:r>
            <a:r>
              <a:rPr lang="en-US" sz="1000" b="1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) for 24-hourly total precipitation</a:t>
            </a:r>
          </a:p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ECMWF ecPoint (point-scale in 31 km)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D5FE295-3D29-0E2D-06EF-80FEB22BE759}"/>
              </a:ext>
            </a:extLst>
          </p:cNvPr>
          <p:cNvSpPr txBox="1"/>
          <p:nvPr/>
        </p:nvSpPr>
        <p:spPr>
          <a:xfrm>
            <a:off x="996049" y="2260632"/>
            <a:ext cx="4972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65E7254-38E9-0DF2-0E69-8F8F49D9726B}"/>
              </a:ext>
            </a:extLst>
          </p:cNvPr>
          <p:cNvGrpSpPr/>
          <p:nvPr/>
        </p:nvGrpSpPr>
        <p:grpSpPr>
          <a:xfrm>
            <a:off x="678306" y="655958"/>
            <a:ext cx="4583813" cy="1077709"/>
            <a:chOff x="682004" y="494033"/>
            <a:chExt cx="4583813" cy="1077709"/>
          </a:xfrm>
        </p:grpSpPr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3D7673E-EAFF-ADD1-463D-C7EABE467E9B}"/>
                </a:ext>
              </a:extLst>
            </p:cNvPr>
            <p:cNvSpPr txBox="1"/>
            <p:nvPr/>
          </p:nvSpPr>
          <p:spPr>
            <a:xfrm>
              <a:off x="2758669" y="508630"/>
              <a:ext cx="25071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North America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170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15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°N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, 50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South America [15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100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W]</a:t>
              </a:r>
              <a:endParaRPr lang="en-GB" sz="800" dirty="0">
                <a:solidFill>
                  <a:srgbClr val="FF0000"/>
                </a:solidFill>
                <a:latin typeface="Aptos" panose="020B0004020202020204" pitchFamily="34" charset="0"/>
              </a:endParaRP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Europe &amp; Mediterranean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Africa &amp; Arabian Peninsula [30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40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Asia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E, 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180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Oceania [5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180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6223B68-0EDA-22DE-7CC5-9EC3A884343C}"/>
                </a:ext>
              </a:extLst>
            </p:cNvPr>
            <p:cNvGrpSpPr/>
            <p:nvPr/>
          </p:nvGrpSpPr>
          <p:grpSpPr>
            <a:xfrm>
              <a:off x="682004" y="494033"/>
              <a:ext cx="2053721" cy="1077709"/>
              <a:chOff x="1144326" y="680598"/>
              <a:chExt cx="2053721" cy="1077709"/>
            </a:xfrm>
          </p:grpSpPr>
          <p:pic>
            <p:nvPicPr>
              <p:cNvPr id="203" name="Picture 202">
                <a:extLst>
                  <a:ext uri="{FF2B5EF4-FFF2-40B4-BE49-F238E27FC236}">
                    <a16:creationId xmlns:a16="http://schemas.microsoft.com/office/drawing/2014/main" id="{4C3E0086-3432-BD1F-2295-101C8E5EF5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4048" y="680598"/>
                <a:ext cx="1703999" cy="843235"/>
              </a:xfrm>
              <a:prstGeom prst="rect">
                <a:avLst/>
              </a:prstGeom>
            </p:spPr>
          </p:pic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1CD9E31-325A-0ECD-CD45-86E497ACF527}"/>
                  </a:ext>
                </a:extLst>
              </p:cNvPr>
              <p:cNvSpPr txBox="1"/>
              <p:nvPr/>
            </p:nvSpPr>
            <p:spPr>
              <a:xfrm>
                <a:off x="1144326" y="711912"/>
                <a:ext cx="4235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6C5BF570-ADEB-2364-E39A-5701FFB87BDE}"/>
                  </a:ext>
                </a:extLst>
              </p:cNvPr>
              <p:cNvSpPr txBox="1"/>
              <p:nvPr/>
            </p:nvSpPr>
            <p:spPr>
              <a:xfrm>
                <a:off x="1144326" y="854496"/>
                <a:ext cx="4235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30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D15B497A-6603-6E96-8C6E-135C92229E9E}"/>
                  </a:ext>
                </a:extLst>
              </p:cNvPr>
              <p:cNvSpPr txBox="1"/>
              <p:nvPr/>
            </p:nvSpPr>
            <p:spPr>
              <a:xfrm>
                <a:off x="1198828" y="997080"/>
                <a:ext cx="36901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279A6F26-EECC-B5C1-9E32-4084847CB8DC}"/>
                  </a:ext>
                </a:extLst>
              </p:cNvPr>
              <p:cNvSpPr txBox="1"/>
              <p:nvPr/>
            </p:nvSpPr>
            <p:spPr>
              <a:xfrm>
                <a:off x="1158754" y="1139664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30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B7BA8B85-260F-0F86-5CD6-470F96F82742}"/>
                  </a:ext>
                </a:extLst>
              </p:cNvPr>
              <p:cNvSpPr txBox="1"/>
              <p:nvPr/>
            </p:nvSpPr>
            <p:spPr>
              <a:xfrm>
                <a:off x="1158754" y="1282249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0D351A24-C44C-CB6F-7926-BFBD326847BB}"/>
                  </a:ext>
                </a:extLst>
              </p:cNvPr>
              <p:cNvSpPr txBox="1"/>
              <p:nvPr/>
            </p:nvSpPr>
            <p:spPr>
              <a:xfrm rot="-1800000">
                <a:off x="1838690" y="1529238"/>
                <a:ext cx="4427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2FA33CBC-B115-BF9E-FE02-DB744BA2B30E}"/>
                  </a:ext>
                </a:extLst>
              </p:cNvPr>
              <p:cNvSpPr txBox="1"/>
              <p:nvPr/>
            </p:nvSpPr>
            <p:spPr>
              <a:xfrm rot="-1800000">
                <a:off x="2167487" y="1507197"/>
                <a:ext cx="35458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139828AF-F3F0-568C-01CA-9ACACEBBE1B6}"/>
                  </a:ext>
                </a:extLst>
              </p:cNvPr>
              <p:cNvSpPr txBox="1"/>
              <p:nvPr/>
            </p:nvSpPr>
            <p:spPr>
              <a:xfrm rot="-1800000">
                <a:off x="2425909" y="1520822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CFB15B67-D54B-05A2-E260-0A9255514BC8}"/>
                  </a:ext>
                </a:extLst>
              </p:cNvPr>
              <p:cNvSpPr txBox="1"/>
              <p:nvPr/>
            </p:nvSpPr>
            <p:spPr>
              <a:xfrm rot="-1800000">
                <a:off x="2685130" y="1534447"/>
                <a:ext cx="46358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120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75D71855-15A4-659D-610E-1FF95CE80699}"/>
                  </a:ext>
                </a:extLst>
              </p:cNvPr>
              <p:cNvSpPr txBox="1"/>
              <p:nvPr/>
            </p:nvSpPr>
            <p:spPr>
              <a:xfrm rot="-1800000">
                <a:off x="1528588" y="1542863"/>
                <a:ext cx="49725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120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45D616D-BE80-A877-2180-E8936B27E472}"/>
              </a:ext>
            </a:extLst>
          </p:cNvPr>
          <p:cNvSpPr txBox="1"/>
          <p:nvPr/>
        </p:nvSpPr>
        <p:spPr>
          <a:xfrm>
            <a:off x="-90371" y="2802070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E02E18-FF25-EC24-0AFE-EA0200685AA3}"/>
              </a:ext>
            </a:extLst>
          </p:cNvPr>
          <p:cNvSpPr txBox="1"/>
          <p:nvPr/>
        </p:nvSpPr>
        <p:spPr>
          <a:xfrm>
            <a:off x="-90371" y="3269368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78FC59-EAB0-1AAD-FF12-080003BB9126}"/>
              </a:ext>
            </a:extLst>
          </p:cNvPr>
          <p:cNvSpPr txBox="1"/>
          <p:nvPr/>
        </p:nvSpPr>
        <p:spPr>
          <a:xfrm>
            <a:off x="-35869" y="3736666"/>
            <a:ext cx="3690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E37741-D3B9-3705-8A0B-1D07414744BE}"/>
              </a:ext>
            </a:extLst>
          </p:cNvPr>
          <p:cNvSpPr txBox="1"/>
          <p:nvPr/>
        </p:nvSpPr>
        <p:spPr>
          <a:xfrm>
            <a:off x="-75943" y="420396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5DC40C-B560-B629-0903-E6AD6F53AFBB}"/>
              </a:ext>
            </a:extLst>
          </p:cNvPr>
          <p:cNvSpPr txBox="1"/>
          <p:nvPr/>
        </p:nvSpPr>
        <p:spPr>
          <a:xfrm>
            <a:off x="-75943" y="4671263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9D4717-39BD-25E0-F542-15EEEE01937B}"/>
              </a:ext>
            </a:extLst>
          </p:cNvPr>
          <p:cNvSpPr txBox="1"/>
          <p:nvPr/>
        </p:nvSpPr>
        <p:spPr>
          <a:xfrm>
            <a:off x="-46666" y="1774587"/>
            <a:ext cx="59870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(b)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values at each rain gauge station (map plot), aggregated per domain (piecharts), and piecharts’ numerical values (table)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641755-F3DC-21C3-574B-EB0A22D4D427}"/>
              </a:ext>
            </a:extLst>
          </p:cNvPr>
          <p:cNvSpPr txBox="1"/>
          <p:nvPr/>
        </p:nvSpPr>
        <p:spPr>
          <a:xfrm>
            <a:off x="-46666" y="421629"/>
            <a:ext cx="25071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a) Domains to create the piecharts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1DE3743-83BE-62CD-87F3-05DE1E7AFDD4}"/>
              </a:ext>
            </a:extLst>
          </p:cNvPr>
          <p:cNvGrpSpPr/>
          <p:nvPr/>
        </p:nvGrpSpPr>
        <p:grpSpPr>
          <a:xfrm>
            <a:off x="584386" y="1933146"/>
            <a:ext cx="5039656" cy="324080"/>
            <a:chOff x="388803" y="1933146"/>
            <a:chExt cx="5039656" cy="32408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1548A16-B389-EDF9-CF26-016A842D2FD6}"/>
                </a:ext>
              </a:extLst>
            </p:cNvPr>
            <p:cNvGrpSpPr/>
            <p:nvPr/>
          </p:nvGrpSpPr>
          <p:grpSpPr>
            <a:xfrm>
              <a:off x="865097" y="1933146"/>
              <a:ext cx="4563362" cy="324080"/>
              <a:chOff x="781948" y="1625195"/>
              <a:chExt cx="4563362" cy="324080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F6F657-B7F8-346C-A6AB-D6053A8A1F8A}"/>
                  </a:ext>
                </a:extLst>
              </p:cNvPr>
              <p:cNvSpPr txBox="1"/>
              <p:nvPr/>
            </p:nvSpPr>
            <p:spPr>
              <a:xfrm>
                <a:off x="781948" y="1625195"/>
                <a:ext cx="23916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BE8F9A-388A-994F-B186-4A4DFFF91567}"/>
                  </a:ext>
                </a:extLst>
              </p:cNvPr>
              <p:cNvSpPr txBox="1"/>
              <p:nvPr/>
            </p:nvSpPr>
            <p:spPr>
              <a:xfrm>
                <a:off x="1560889" y="1625195"/>
                <a:ext cx="32252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0.1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0B5BFA-1F23-F15D-95CD-F4FC6F1FE0BB}"/>
                  </a:ext>
                </a:extLst>
              </p:cNvPr>
              <p:cNvSpPr txBox="1"/>
              <p:nvPr/>
            </p:nvSpPr>
            <p:spPr>
              <a:xfrm>
                <a:off x="2388727" y="1625195"/>
                <a:ext cx="32252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0.3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A61F81-2FC7-C9AD-788E-472E1B84A1E9}"/>
                  </a:ext>
                </a:extLst>
              </p:cNvPr>
              <p:cNvSpPr txBox="1"/>
              <p:nvPr/>
            </p:nvSpPr>
            <p:spPr>
              <a:xfrm>
                <a:off x="3240196" y="1625195"/>
                <a:ext cx="32252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0.5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5E862AF-5E4C-E34E-6675-99E99DB70D33}"/>
                  </a:ext>
                </a:extLst>
              </p:cNvPr>
              <p:cNvSpPr txBox="1"/>
              <p:nvPr/>
            </p:nvSpPr>
            <p:spPr>
              <a:xfrm>
                <a:off x="4117248" y="1625195"/>
                <a:ext cx="23916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14F3120-B37B-D953-79B6-03D70D2EB4D3}"/>
                  </a:ext>
                </a:extLst>
              </p:cNvPr>
              <p:cNvSpPr txBox="1"/>
              <p:nvPr/>
            </p:nvSpPr>
            <p:spPr>
              <a:xfrm>
                <a:off x="4880118" y="1625195"/>
                <a:ext cx="46519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100 [-]</a:t>
                </a:r>
              </a:p>
            </p:txBody>
          </p:sp>
          <p:pic>
            <p:nvPicPr>
              <p:cNvPr id="20" name="Picture 19" descr="A map of the world&#10;&#10;Description automatically generated">
                <a:extLst>
                  <a:ext uri="{FF2B5EF4-FFF2-40B4-BE49-F238E27FC236}">
                    <a16:creationId xmlns:a16="http://schemas.microsoft.com/office/drawing/2014/main" id="{7F8C4D11-C6F3-AC44-9CC1-D4FCE75C9B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541" t="28876" r="11524" b="67619"/>
              <a:stretch/>
            </p:blipFill>
            <p:spPr>
              <a:xfrm>
                <a:off x="885801" y="1813623"/>
                <a:ext cx="4211580" cy="135652"/>
              </a:xfrm>
              <a:prstGeom prst="rect">
                <a:avLst/>
              </a:prstGeom>
            </p:spPr>
          </p:pic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5EF4F5-2F3B-4127-FBA4-E69C0FF3814D}"/>
                </a:ext>
              </a:extLst>
            </p:cNvPr>
            <p:cNvSpPr txBox="1"/>
            <p:nvPr/>
          </p:nvSpPr>
          <p:spPr>
            <a:xfrm>
              <a:off x="388803" y="2041782"/>
              <a:ext cx="57900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MAE</a:t>
              </a:r>
              <a:r>
                <a:rPr lang="en-US" sz="800" baseline="-25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NORM</a:t>
              </a:r>
              <a:endParaRPr lang="en-GB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09B363A8-F52F-0061-A631-E705B1B2EC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0165" y="4411771"/>
            <a:ext cx="2119453" cy="16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7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237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Maria Pillosu</dc:creator>
  <cp:lastModifiedBy>Fatima Maria Pillosu</cp:lastModifiedBy>
  <cp:revision>1</cp:revision>
  <dcterms:created xsi:type="dcterms:W3CDTF">2024-05-05T06:29:24Z</dcterms:created>
  <dcterms:modified xsi:type="dcterms:W3CDTF">2026-02-08T23:50:21Z</dcterms:modified>
</cp:coreProperties>
</file>