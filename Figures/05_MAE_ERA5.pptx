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8" r:id="rId2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FFF"/>
    <a:srgbClr val="FF0D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7D1E92-27B8-4F78-A008-A4C91710ED0E}" v="7" dt="2026-02-08T23:46:43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4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5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delSld modSld sldOrd">
      <pc:chgData name="Fatima Pillosu" userId="a6295d4dc9e22643" providerId="LiveId" clId="{87453732-75AC-4426-B5D3-B7C69C2D4F54}" dt="2026-02-08T23:47:08.995" v="1394" actId="166"/>
      <pc:docMkLst>
        <pc:docMk/>
      </pc:docMkLst>
      <pc:sldChg chg="addSp delSp modSp add mod">
        <pc:chgData name="Fatima Pillosu" userId="a6295d4dc9e22643" providerId="LiveId" clId="{87453732-75AC-4426-B5D3-B7C69C2D4F54}" dt="2026-02-08T23:47:08.995" v="1394" actId="166"/>
        <pc:sldMkLst>
          <pc:docMk/>
          <pc:sldMk cId="2430694615" sldId="258"/>
        </pc:sldMkLst>
        <pc:spChg chg="add mod">
          <ac:chgData name="Fatima Pillosu" userId="a6295d4dc9e22643" providerId="LiveId" clId="{87453732-75AC-4426-B5D3-B7C69C2D4F54}" dt="2026-02-08T23:45:52.859" v="1382"/>
          <ac:spMkLst>
            <pc:docMk/>
            <pc:sldMk cId="2430694615" sldId="258"/>
            <ac:spMk id="7" creationId="{633376AF-A334-D202-54CF-B65F8E7AEAAD}"/>
          </ac:spMkLst>
        </pc:spChg>
        <pc:spChg chg="add mod">
          <ac:chgData name="Fatima Pillosu" userId="a6295d4dc9e22643" providerId="LiveId" clId="{87453732-75AC-4426-B5D3-B7C69C2D4F54}" dt="2026-02-08T23:45:52.859" v="1382"/>
          <ac:spMkLst>
            <pc:docMk/>
            <pc:sldMk cId="2430694615" sldId="258"/>
            <ac:spMk id="9" creationId="{7CC1A3FA-0C4D-565E-6E06-A7B7B6B3F72D}"/>
          </ac:spMkLst>
        </pc:spChg>
        <pc:spChg chg="add mod">
          <ac:chgData name="Fatima Pillosu" userId="a6295d4dc9e22643" providerId="LiveId" clId="{87453732-75AC-4426-B5D3-B7C69C2D4F54}" dt="2026-02-08T23:45:52.859" v="1382"/>
          <ac:spMkLst>
            <pc:docMk/>
            <pc:sldMk cId="2430694615" sldId="258"/>
            <ac:spMk id="10" creationId="{BD520B40-6521-7067-06E6-DBF62B29380D}"/>
          </ac:spMkLst>
        </pc:spChg>
        <pc:spChg chg="add mod">
          <ac:chgData name="Fatima Pillosu" userId="a6295d4dc9e22643" providerId="LiveId" clId="{87453732-75AC-4426-B5D3-B7C69C2D4F54}" dt="2026-02-08T23:45:52.859" v="1382"/>
          <ac:spMkLst>
            <pc:docMk/>
            <pc:sldMk cId="2430694615" sldId="258"/>
            <ac:spMk id="13" creationId="{425B0BD8-56D6-6BEF-F39D-51F09284C9F8}"/>
          </ac:spMkLst>
        </pc:spChg>
        <pc:spChg chg="add mod">
          <ac:chgData name="Fatima Pillosu" userId="a6295d4dc9e22643" providerId="LiveId" clId="{87453732-75AC-4426-B5D3-B7C69C2D4F54}" dt="2026-02-08T23:45:52.859" v="1382"/>
          <ac:spMkLst>
            <pc:docMk/>
            <pc:sldMk cId="2430694615" sldId="258"/>
            <ac:spMk id="15" creationId="{B29B6A8F-84C1-93E5-25DA-FD9E21561492}"/>
          </ac:spMkLst>
        </pc:spChg>
        <pc:spChg chg="add mod">
          <ac:chgData name="Fatima Pillosu" userId="a6295d4dc9e22643" providerId="LiveId" clId="{87453732-75AC-4426-B5D3-B7C69C2D4F54}" dt="2026-02-08T23:45:52.859" v="1382"/>
          <ac:spMkLst>
            <pc:docMk/>
            <pc:sldMk cId="2430694615" sldId="258"/>
            <ac:spMk id="18" creationId="{7C1BD1C6-2C2C-5E2E-B681-1FD01FB1AFF0}"/>
          </ac:spMkLst>
        </pc:spChg>
        <pc:spChg chg="add mod">
          <ac:chgData name="Fatima Pillosu" userId="a6295d4dc9e22643" providerId="LiveId" clId="{87453732-75AC-4426-B5D3-B7C69C2D4F54}" dt="2026-02-08T23:45:52.859" v="1382"/>
          <ac:spMkLst>
            <pc:docMk/>
            <pc:sldMk cId="2430694615" sldId="258"/>
            <ac:spMk id="19" creationId="{7A7E2A95-510C-C0AA-20A4-4BB5662FBF0D}"/>
          </ac:spMkLst>
        </pc:spChg>
        <pc:spChg chg="mod">
          <ac:chgData name="Fatima Pillosu" userId="a6295d4dc9e22643" providerId="LiveId" clId="{87453732-75AC-4426-B5D3-B7C69C2D4F54}" dt="2026-02-08T23:46:11.927" v="1385"/>
          <ac:spMkLst>
            <pc:docMk/>
            <pc:sldMk cId="2430694615" sldId="258"/>
            <ac:spMk id="24" creationId="{A5893492-FE4E-637C-56CA-E1BC5F91384C}"/>
          </ac:spMkLst>
        </pc:spChg>
        <pc:spChg chg="mod">
          <ac:chgData name="Fatima Pillosu" userId="a6295d4dc9e22643" providerId="LiveId" clId="{87453732-75AC-4426-B5D3-B7C69C2D4F54}" dt="2026-02-08T23:46:11.927" v="1385"/>
          <ac:spMkLst>
            <pc:docMk/>
            <pc:sldMk cId="2430694615" sldId="258"/>
            <ac:spMk id="27" creationId="{1EA356B6-CE44-124E-EEE4-30954D4C763A}"/>
          </ac:spMkLst>
        </pc:spChg>
        <pc:spChg chg="mod">
          <ac:chgData name="Fatima Pillosu" userId="a6295d4dc9e22643" providerId="LiveId" clId="{87453732-75AC-4426-B5D3-B7C69C2D4F54}" dt="2026-02-08T23:46:11.927" v="1385"/>
          <ac:spMkLst>
            <pc:docMk/>
            <pc:sldMk cId="2430694615" sldId="258"/>
            <ac:spMk id="28" creationId="{C426DABC-B113-BBA5-13F8-C6BE2BB13AB1}"/>
          </ac:spMkLst>
        </pc:spChg>
        <pc:spChg chg="mod">
          <ac:chgData name="Fatima Pillosu" userId="a6295d4dc9e22643" providerId="LiveId" clId="{87453732-75AC-4426-B5D3-B7C69C2D4F54}" dt="2026-02-08T23:46:11.927" v="1385"/>
          <ac:spMkLst>
            <pc:docMk/>
            <pc:sldMk cId="2430694615" sldId="258"/>
            <ac:spMk id="29" creationId="{D44C2CA1-D8EA-A93E-BEA0-85F3DA8DEA1F}"/>
          </ac:spMkLst>
        </pc:spChg>
        <pc:spChg chg="mod">
          <ac:chgData name="Fatima Pillosu" userId="a6295d4dc9e22643" providerId="LiveId" clId="{87453732-75AC-4426-B5D3-B7C69C2D4F54}" dt="2026-02-08T23:46:11.927" v="1385"/>
          <ac:spMkLst>
            <pc:docMk/>
            <pc:sldMk cId="2430694615" sldId="258"/>
            <ac:spMk id="30" creationId="{1127DC41-5F6B-B062-7C7B-D59BA3BD2D76}"/>
          </ac:spMkLst>
        </pc:spChg>
        <pc:spChg chg="mod">
          <ac:chgData name="Fatima Pillosu" userId="a6295d4dc9e22643" providerId="LiveId" clId="{87453732-75AC-4426-B5D3-B7C69C2D4F54}" dt="2026-02-08T23:46:11.927" v="1385"/>
          <ac:spMkLst>
            <pc:docMk/>
            <pc:sldMk cId="2430694615" sldId="258"/>
            <ac:spMk id="32" creationId="{74CA7D62-0DF8-55F6-9F30-13AF9A1E7F30}"/>
          </ac:spMkLst>
        </pc:spChg>
        <pc:spChg chg="mod">
          <ac:chgData name="Fatima Pillosu" userId="a6295d4dc9e22643" providerId="LiveId" clId="{87453732-75AC-4426-B5D3-B7C69C2D4F54}" dt="2026-02-08T23:46:11.927" v="1385"/>
          <ac:spMkLst>
            <pc:docMk/>
            <pc:sldMk cId="2430694615" sldId="258"/>
            <ac:spMk id="33" creationId="{0384540A-EF35-20F9-1D32-02A1BF0B7D68}"/>
          </ac:spMkLst>
        </pc:spChg>
        <pc:spChg chg="mod">
          <ac:chgData name="Fatima Pillosu" userId="a6295d4dc9e22643" providerId="LiveId" clId="{87453732-75AC-4426-B5D3-B7C69C2D4F54}" dt="2026-02-03T22:17:22.334" v="1311" actId="20577"/>
          <ac:spMkLst>
            <pc:docMk/>
            <pc:sldMk cId="2430694615" sldId="258"/>
            <ac:spMk id="139" creationId="{598950A2-0AFC-A5B2-60EC-9656696513B7}"/>
          </ac:spMkLst>
        </pc:spChg>
        <pc:grpChg chg="add mod">
          <ac:chgData name="Fatima Pillosu" userId="a6295d4dc9e22643" providerId="LiveId" clId="{87453732-75AC-4426-B5D3-B7C69C2D4F54}" dt="2026-02-08T23:45:52.859" v="1382"/>
          <ac:grpSpMkLst>
            <pc:docMk/>
            <pc:sldMk cId="2430694615" sldId="258"/>
            <ac:grpSpMk id="4" creationId="{167F9A27-8BEE-AA41-9E4C-3EA5FC31B243}"/>
          </ac:grpSpMkLst>
        </pc:grpChg>
        <pc:grpChg chg="del">
          <ac:chgData name="Fatima Pillosu" userId="a6295d4dc9e22643" providerId="LiveId" clId="{87453732-75AC-4426-B5D3-B7C69C2D4F54}" dt="2026-02-08T23:45:48.583" v="1380" actId="478"/>
          <ac:grpSpMkLst>
            <pc:docMk/>
            <pc:sldMk cId="2430694615" sldId="258"/>
            <ac:grpSpMk id="5" creationId="{4557636D-F256-135F-7887-0A12FDBD0E22}"/>
          </ac:grpSpMkLst>
        </pc:grpChg>
        <pc:grpChg chg="add mod">
          <ac:chgData name="Fatima Pillosu" userId="a6295d4dc9e22643" providerId="LiveId" clId="{87453732-75AC-4426-B5D3-B7C69C2D4F54}" dt="2026-02-08T23:45:52.859" v="1382"/>
          <ac:grpSpMkLst>
            <pc:docMk/>
            <pc:sldMk cId="2430694615" sldId="258"/>
            <ac:grpSpMk id="6" creationId="{37C00166-9583-C38F-69EE-1C603FE82112}"/>
          </ac:grpSpMkLst>
        </pc:grpChg>
        <pc:grpChg chg="add mod">
          <ac:chgData name="Fatima Pillosu" userId="a6295d4dc9e22643" providerId="LiveId" clId="{87453732-75AC-4426-B5D3-B7C69C2D4F54}" dt="2026-02-08T23:46:11.927" v="1385"/>
          <ac:grpSpMkLst>
            <pc:docMk/>
            <pc:sldMk cId="2430694615" sldId="258"/>
            <ac:grpSpMk id="22" creationId="{C3BA6C22-4700-05B0-8FEB-4D26717C9763}"/>
          </ac:grpSpMkLst>
        </pc:grpChg>
        <pc:grpChg chg="mod">
          <ac:chgData name="Fatima Pillosu" userId="a6295d4dc9e22643" providerId="LiveId" clId="{87453732-75AC-4426-B5D3-B7C69C2D4F54}" dt="2026-02-08T23:46:11.927" v="1385"/>
          <ac:grpSpMkLst>
            <pc:docMk/>
            <pc:sldMk cId="2430694615" sldId="258"/>
            <ac:grpSpMk id="23" creationId="{8202AD46-F6F9-4870-7174-1B1306731CE5}"/>
          </ac:grpSpMkLst>
        </pc:grpChg>
        <pc:picChg chg="add mod ord">
          <ac:chgData name="Fatima Pillosu" userId="a6295d4dc9e22643" providerId="LiveId" clId="{87453732-75AC-4426-B5D3-B7C69C2D4F54}" dt="2026-02-03T22:13:05.051" v="1229" actId="167"/>
          <ac:picMkLst>
            <pc:docMk/>
            <pc:sldMk cId="2430694615" sldId="258"/>
            <ac:picMk id="3" creationId="{17ED43EF-8965-444B-DA11-14D363E0E125}"/>
          </ac:picMkLst>
        </pc:picChg>
        <pc:picChg chg="add del mod ord">
          <ac:chgData name="Fatima Pillosu" userId="a6295d4dc9e22643" providerId="LiveId" clId="{87453732-75AC-4426-B5D3-B7C69C2D4F54}" dt="2026-02-08T23:46:14.881" v="1386" actId="478"/>
          <ac:picMkLst>
            <pc:docMk/>
            <pc:sldMk cId="2430694615" sldId="258"/>
            <ac:picMk id="8" creationId="{1E389096-59F4-01EE-75E2-FD097E3708BD}"/>
          </ac:picMkLst>
        </pc:picChg>
        <pc:picChg chg="add mod">
          <ac:chgData name="Fatima Pillosu" userId="a6295d4dc9e22643" providerId="LiveId" clId="{87453732-75AC-4426-B5D3-B7C69C2D4F54}" dt="2026-02-08T23:45:52.859" v="1382"/>
          <ac:picMkLst>
            <pc:docMk/>
            <pc:sldMk cId="2430694615" sldId="258"/>
            <ac:picMk id="20" creationId="{28414104-918F-261D-7ED6-E36D8574791F}"/>
          </ac:picMkLst>
        </pc:picChg>
        <pc:picChg chg="add mod">
          <ac:chgData name="Fatima Pillosu" userId="a6295d4dc9e22643" providerId="LiveId" clId="{87453732-75AC-4426-B5D3-B7C69C2D4F54}" dt="2026-02-08T23:45:56.629" v="1384"/>
          <ac:picMkLst>
            <pc:docMk/>
            <pc:sldMk cId="2430694615" sldId="258"/>
            <ac:picMk id="21" creationId="{5E4D7FC6-EAF5-1DC2-1CC5-F247B10D0617}"/>
          </ac:picMkLst>
        </pc:picChg>
        <pc:picChg chg="mod">
          <ac:chgData name="Fatima Pillosu" userId="a6295d4dc9e22643" providerId="LiveId" clId="{87453732-75AC-4426-B5D3-B7C69C2D4F54}" dt="2026-02-08T23:46:11.927" v="1385"/>
          <ac:picMkLst>
            <pc:docMk/>
            <pc:sldMk cId="2430694615" sldId="258"/>
            <ac:picMk id="34" creationId="{42934FDE-BA1F-D5FB-7097-B7169B5C91FB}"/>
          </ac:picMkLst>
        </pc:picChg>
        <pc:picChg chg="add del mod">
          <ac:chgData name="Fatima Pillosu" userId="a6295d4dc9e22643" providerId="LiveId" clId="{87453732-75AC-4426-B5D3-B7C69C2D4F54}" dt="2026-02-08T23:47:05.662" v="1393" actId="478"/>
          <ac:picMkLst>
            <pc:docMk/>
            <pc:sldMk cId="2430694615" sldId="258"/>
            <ac:picMk id="35" creationId="{126BBDAA-0D21-4D7A-9D29-401F50D6C092}"/>
          </ac:picMkLst>
        </pc:picChg>
        <pc:picChg chg="add mod ord">
          <ac:chgData name="Fatima Pillosu" userId="a6295d4dc9e22643" providerId="LiveId" clId="{87453732-75AC-4426-B5D3-B7C69C2D4F54}" dt="2026-02-08T23:47:08.995" v="1394" actId="166"/>
          <ac:picMkLst>
            <pc:docMk/>
            <pc:sldMk cId="2430694615" sldId="258"/>
            <ac:picMk id="36" creationId="{BBA46931-38BB-5CEE-0022-42858ECBA45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19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908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0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9318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345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238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320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47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559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86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671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BE760-A251-43BA-A244-B50DF713F3AF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B7C5C-81F8-4E3F-962F-B7B33EDA2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87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EAB27-FAA2-1E7F-0899-9EBD259F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ED43EF-8965-444B-DA11-14D363E0E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3" y="2441756"/>
            <a:ext cx="5616000" cy="281166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7E0E3B0F-205A-10F7-DCC1-7C1B34F484C4}"/>
              </a:ext>
            </a:extLst>
          </p:cNvPr>
          <p:cNvSpPr txBox="1"/>
          <p:nvPr/>
        </p:nvSpPr>
        <p:spPr>
          <a:xfrm>
            <a:off x="1954403" y="2260632"/>
            <a:ext cx="4427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2BBE162-C05D-2BFC-D12F-25E2F3669CA2}"/>
              </a:ext>
            </a:extLst>
          </p:cNvPr>
          <p:cNvSpPr txBox="1"/>
          <p:nvPr/>
        </p:nvSpPr>
        <p:spPr>
          <a:xfrm>
            <a:off x="2928331" y="2260632"/>
            <a:ext cx="3545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BB3EB5-13AF-ED97-C6AF-2E28FBFD07BD}"/>
              </a:ext>
            </a:extLst>
          </p:cNvPr>
          <p:cNvSpPr txBox="1"/>
          <p:nvPr/>
        </p:nvSpPr>
        <p:spPr>
          <a:xfrm>
            <a:off x="3830781" y="2260632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73D756-259A-6E01-3927-906B224F0AA7}"/>
              </a:ext>
            </a:extLst>
          </p:cNvPr>
          <p:cNvSpPr txBox="1"/>
          <p:nvPr/>
        </p:nvSpPr>
        <p:spPr>
          <a:xfrm>
            <a:off x="4731002" y="2260632"/>
            <a:ext cx="4635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98950A2-0AFC-A5B2-60EC-9656696513B7}"/>
              </a:ext>
            </a:extLst>
          </p:cNvPr>
          <p:cNvSpPr txBox="1"/>
          <p:nvPr/>
        </p:nvSpPr>
        <p:spPr>
          <a:xfrm>
            <a:off x="-46666" y="-31190"/>
            <a:ext cx="9370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ERA5 (31 km)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AB539D0-D039-402F-B8DF-4E261A383FE8}"/>
              </a:ext>
            </a:extLst>
          </p:cNvPr>
          <p:cNvSpPr txBox="1"/>
          <p:nvPr/>
        </p:nvSpPr>
        <p:spPr>
          <a:xfrm>
            <a:off x="996049" y="2260632"/>
            <a:ext cx="49725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120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93C95FD-BE88-EBC2-DFAF-23466BF3E5EC}"/>
              </a:ext>
            </a:extLst>
          </p:cNvPr>
          <p:cNvGrpSpPr/>
          <p:nvPr/>
        </p:nvGrpSpPr>
        <p:grpSpPr>
          <a:xfrm>
            <a:off x="678306" y="655958"/>
            <a:ext cx="4583813" cy="1077709"/>
            <a:chOff x="682004" y="494033"/>
            <a:chExt cx="4583813" cy="1077709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07DEDC2E-B82A-436A-2670-13BC15632069}"/>
                </a:ext>
              </a:extLst>
            </p:cNvPr>
            <p:cNvSpPr txBox="1"/>
            <p:nvPr/>
          </p:nvSpPr>
          <p:spPr>
            <a:xfrm>
              <a:off x="2758669" y="508630"/>
              <a:ext cx="25071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North America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170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°N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, 50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South America [15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100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W]</a:t>
              </a:r>
              <a:endParaRPr lang="en-GB" sz="800" dirty="0">
                <a:solidFill>
                  <a:srgbClr val="FF0000"/>
                </a:solidFill>
                <a:latin typeface="Aptos" panose="020B0004020202020204" pitchFamily="34" charset="0"/>
              </a:endParaRP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Europe &amp; Mediterranean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Africa &amp; Arabian Peninsula [30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30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W, 40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Asia [90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  <a:p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Oceania [5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N,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E, 60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S, 180</a:t>
              </a:r>
              <a:r>
                <a:rPr lang="it-IT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 °</a:t>
              </a:r>
              <a:r>
                <a:rPr lang="en-US" sz="800" dirty="0">
                  <a:solidFill>
                    <a:srgbClr val="FF0000"/>
                  </a:solidFill>
                  <a:latin typeface="Aptos" panose="020B0004020202020204" pitchFamily="34" charset="0"/>
                </a:rPr>
                <a:t>E]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66A1839-2F55-1CE5-8795-CFCDE75AC5F6}"/>
                </a:ext>
              </a:extLst>
            </p:cNvPr>
            <p:cNvGrpSpPr/>
            <p:nvPr/>
          </p:nvGrpSpPr>
          <p:grpSpPr>
            <a:xfrm>
              <a:off x="682004" y="494033"/>
              <a:ext cx="2053721" cy="1077709"/>
              <a:chOff x="1144326" y="680598"/>
              <a:chExt cx="2053721" cy="1077709"/>
            </a:xfrm>
          </p:grpSpPr>
          <p:pic>
            <p:nvPicPr>
              <p:cNvPr id="203" name="Picture 202">
                <a:extLst>
                  <a:ext uri="{FF2B5EF4-FFF2-40B4-BE49-F238E27FC236}">
                    <a16:creationId xmlns:a16="http://schemas.microsoft.com/office/drawing/2014/main" id="{AB88239D-2E72-C95A-8142-9B2ACB3DD5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4048" y="680598"/>
                <a:ext cx="1703999" cy="843235"/>
              </a:xfrm>
              <a:prstGeom prst="rect">
                <a:avLst/>
              </a:prstGeom>
            </p:spPr>
          </p:pic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1883BC1B-DECB-29E3-5D02-0C890AE6DD6E}"/>
                  </a:ext>
                </a:extLst>
              </p:cNvPr>
              <p:cNvSpPr txBox="1"/>
              <p:nvPr/>
            </p:nvSpPr>
            <p:spPr>
              <a:xfrm>
                <a:off x="1144326" y="711912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788F2286-C6F1-141A-F513-0C082B9A6C50}"/>
                  </a:ext>
                </a:extLst>
              </p:cNvPr>
              <p:cNvSpPr txBox="1"/>
              <p:nvPr/>
            </p:nvSpPr>
            <p:spPr>
              <a:xfrm>
                <a:off x="1144326" y="854496"/>
                <a:ext cx="42351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1A714F0C-6EFB-ACE7-BFFD-E16489396AB0}"/>
                  </a:ext>
                </a:extLst>
              </p:cNvPr>
              <p:cNvSpPr txBox="1"/>
              <p:nvPr/>
            </p:nvSpPr>
            <p:spPr>
              <a:xfrm>
                <a:off x="1198828" y="997080"/>
                <a:ext cx="36901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N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061E2FE4-5921-CDDC-DABB-C6701B8DFB03}"/>
                  </a:ext>
                </a:extLst>
              </p:cNvPr>
              <p:cNvSpPr txBox="1"/>
              <p:nvPr/>
            </p:nvSpPr>
            <p:spPr>
              <a:xfrm>
                <a:off x="1158754" y="1139664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30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A49B5316-DC94-43DF-8397-06CE710299EB}"/>
                  </a:ext>
                </a:extLst>
              </p:cNvPr>
              <p:cNvSpPr txBox="1"/>
              <p:nvPr/>
            </p:nvSpPr>
            <p:spPr>
              <a:xfrm>
                <a:off x="1158754" y="1282249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S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85701673-31F8-3237-FEB5-DCB182913AE3}"/>
                  </a:ext>
                </a:extLst>
              </p:cNvPr>
              <p:cNvSpPr txBox="1"/>
              <p:nvPr/>
            </p:nvSpPr>
            <p:spPr>
              <a:xfrm rot="-1800000">
                <a:off x="1838690" y="1529238"/>
                <a:ext cx="44275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85B3C749-C288-F2AD-1980-8955DEB9029F}"/>
                  </a:ext>
                </a:extLst>
              </p:cNvPr>
              <p:cNvSpPr txBox="1"/>
              <p:nvPr/>
            </p:nvSpPr>
            <p:spPr>
              <a:xfrm rot="-1800000">
                <a:off x="2167487" y="1507197"/>
                <a:ext cx="35458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98F60826-D99A-EDC8-7F71-74E8804E8E14}"/>
                  </a:ext>
                </a:extLst>
              </p:cNvPr>
              <p:cNvSpPr txBox="1"/>
              <p:nvPr/>
            </p:nvSpPr>
            <p:spPr>
              <a:xfrm rot="-1800000">
                <a:off x="2425909" y="1520822"/>
                <a:ext cx="40908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60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5E56CC30-A436-01A1-E732-67ED739B5ABF}"/>
                  </a:ext>
                </a:extLst>
              </p:cNvPr>
              <p:cNvSpPr txBox="1"/>
              <p:nvPr/>
            </p:nvSpPr>
            <p:spPr>
              <a:xfrm rot="-1800000">
                <a:off x="2685130" y="1534447"/>
                <a:ext cx="46358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E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9810E1B-A10A-EBCB-AEDC-D3A9E2AA17D5}"/>
                  </a:ext>
                </a:extLst>
              </p:cNvPr>
              <p:cNvSpPr txBox="1"/>
              <p:nvPr/>
            </p:nvSpPr>
            <p:spPr>
              <a:xfrm rot="-1800000">
                <a:off x="1528588" y="1542863"/>
                <a:ext cx="4972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120 </a:t>
                </a:r>
                <a:r>
                  <a:rPr lang="it-IT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°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W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9B6C9B8-FB40-CB02-E78B-C31F8DD86C35}"/>
              </a:ext>
            </a:extLst>
          </p:cNvPr>
          <p:cNvSpPr txBox="1"/>
          <p:nvPr/>
        </p:nvSpPr>
        <p:spPr>
          <a:xfrm>
            <a:off x="-90371" y="2802070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9B2070-2AF9-C172-8ABF-29FD16519631}"/>
              </a:ext>
            </a:extLst>
          </p:cNvPr>
          <p:cNvSpPr txBox="1"/>
          <p:nvPr/>
        </p:nvSpPr>
        <p:spPr>
          <a:xfrm>
            <a:off x="-90371" y="3269368"/>
            <a:ext cx="4235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4D3EAC-025A-FEFD-5EDE-7BE5084FA682}"/>
              </a:ext>
            </a:extLst>
          </p:cNvPr>
          <p:cNvSpPr txBox="1"/>
          <p:nvPr/>
        </p:nvSpPr>
        <p:spPr>
          <a:xfrm>
            <a:off x="-35869" y="3736666"/>
            <a:ext cx="3690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DF559C-556C-4FC5-E15B-E67C3EC88E18}"/>
              </a:ext>
            </a:extLst>
          </p:cNvPr>
          <p:cNvSpPr txBox="1"/>
          <p:nvPr/>
        </p:nvSpPr>
        <p:spPr>
          <a:xfrm>
            <a:off x="-75943" y="420396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30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3DBD4C-428B-4540-1DE3-58C1AF9CE9E2}"/>
              </a:ext>
            </a:extLst>
          </p:cNvPr>
          <p:cNvSpPr txBox="1"/>
          <p:nvPr/>
        </p:nvSpPr>
        <p:spPr>
          <a:xfrm>
            <a:off x="-75943" y="4671263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60 </a:t>
            </a:r>
            <a:r>
              <a:rPr lang="it-IT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°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D57676-585A-21DE-CDAC-83B3DECEDAFC}"/>
              </a:ext>
            </a:extLst>
          </p:cNvPr>
          <p:cNvSpPr txBox="1"/>
          <p:nvPr/>
        </p:nvSpPr>
        <p:spPr>
          <a:xfrm>
            <a:off x="-46666" y="1774587"/>
            <a:ext cx="59870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at each rain gauge station (map plot), aggregated per domain (piecharts), and piecharts’ numerical values (table)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E6BE7D-DA80-192F-1B70-C6662651435F}"/>
              </a:ext>
            </a:extLst>
          </p:cNvPr>
          <p:cNvSpPr txBox="1"/>
          <p:nvPr/>
        </p:nvSpPr>
        <p:spPr>
          <a:xfrm>
            <a:off x="-46666" y="421629"/>
            <a:ext cx="250714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a) Domains to create the piecharts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BA6C22-4700-05B0-8FEB-4D26717C9763}"/>
              </a:ext>
            </a:extLst>
          </p:cNvPr>
          <p:cNvGrpSpPr/>
          <p:nvPr/>
        </p:nvGrpSpPr>
        <p:grpSpPr>
          <a:xfrm>
            <a:off x="584386" y="1933146"/>
            <a:ext cx="5039656" cy="324080"/>
            <a:chOff x="388803" y="1933146"/>
            <a:chExt cx="5039656" cy="32408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202AD46-F6F9-4870-7174-1B1306731CE5}"/>
                </a:ext>
              </a:extLst>
            </p:cNvPr>
            <p:cNvGrpSpPr/>
            <p:nvPr/>
          </p:nvGrpSpPr>
          <p:grpSpPr>
            <a:xfrm>
              <a:off x="865097" y="1933146"/>
              <a:ext cx="4563362" cy="324080"/>
              <a:chOff x="781948" y="1625195"/>
              <a:chExt cx="4563362" cy="324080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EA356B6-CE44-124E-EEE4-30954D4C763A}"/>
                  </a:ext>
                </a:extLst>
              </p:cNvPr>
              <p:cNvSpPr txBox="1"/>
              <p:nvPr/>
            </p:nvSpPr>
            <p:spPr>
              <a:xfrm>
                <a:off x="781948" y="1625195"/>
                <a:ext cx="2391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426DABC-B113-BBA5-13F8-C6BE2BB13AB1}"/>
                  </a:ext>
                </a:extLst>
              </p:cNvPr>
              <p:cNvSpPr txBox="1"/>
              <p:nvPr/>
            </p:nvSpPr>
            <p:spPr>
              <a:xfrm>
                <a:off x="1560889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0.1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44C2CA1-D8EA-A93E-BEA0-85F3DA8DEA1F}"/>
                  </a:ext>
                </a:extLst>
              </p:cNvPr>
              <p:cNvSpPr txBox="1"/>
              <p:nvPr/>
            </p:nvSpPr>
            <p:spPr>
              <a:xfrm>
                <a:off x="2388727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0.3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127DC41-5F6B-B062-7C7B-D59BA3BD2D76}"/>
                  </a:ext>
                </a:extLst>
              </p:cNvPr>
              <p:cNvSpPr txBox="1"/>
              <p:nvPr/>
            </p:nvSpPr>
            <p:spPr>
              <a:xfrm>
                <a:off x="3240196" y="1625195"/>
                <a:ext cx="322525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0.5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4CA7D62-0DF8-55F6-9F30-13AF9A1E7F30}"/>
                  </a:ext>
                </a:extLst>
              </p:cNvPr>
              <p:cNvSpPr txBox="1"/>
              <p:nvPr/>
            </p:nvSpPr>
            <p:spPr>
              <a:xfrm>
                <a:off x="4117248" y="1625195"/>
                <a:ext cx="23916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</a:t>
                </a:r>
                <a:endParaRPr lang="en-GB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384540A-EF35-20F9-1D32-02A1BF0B7D68}"/>
                  </a:ext>
                </a:extLst>
              </p:cNvPr>
              <p:cNvSpPr txBox="1"/>
              <p:nvPr/>
            </p:nvSpPr>
            <p:spPr>
              <a:xfrm>
                <a:off x="4880118" y="1625195"/>
                <a:ext cx="46519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ptos" panose="020B0004020202020204" pitchFamily="34" charset="0"/>
                  </a:rPr>
                  <a:t>100 [-]</a:t>
                </a:r>
              </a:p>
            </p:txBody>
          </p:sp>
          <p:pic>
            <p:nvPicPr>
              <p:cNvPr id="34" name="Picture 33" descr="A map of the world&#10;&#10;Description automatically generated">
                <a:extLst>
                  <a:ext uri="{FF2B5EF4-FFF2-40B4-BE49-F238E27FC236}">
                    <a16:creationId xmlns:a16="http://schemas.microsoft.com/office/drawing/2014/main" id="{42934FDE-BA1F-D5FB-7097-B7169B5C91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541" t="28876" r="11524" b="67619"/>
              <a:stretch/>
            </p:blipFill>
            <p:spPr>
              <a:xfrm>
                <a:off x="885801" y="1813623"/>
                <a:ext cx="4211580" cy="135652"/>
              </a:xfrm>
              <a:prstGeom prst="rect">
                <a:avLst/>
              </a:prstGeom>
            </p:spPr>
          </p:pic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5893492-FE4E-637C-56CA-E1BC5F91384C}"/>
                </a:ext>
              </a:extLst>
            </p:cNvPr>
            <p:cNvSpPr txBox="1"/>
            <p:nvPr/>
          </p:nvSpPr>
          <p:spPr>
            <a:xfrm>
              <a:off x="388803" y="2041782"/>
              <a:ext cx="57900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MAE</a:t>
              </a:r>
              <a:r>
                <a:rPr lang="en-US" sz="800" baseline="-25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ptos" panose="020B0004020202020204" pitchFamily="34" charset="0"/>
                </a:rPr>
                <a:t>NORM</a:t>
              </a:r>
              <a:endPara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endParaRPr>
            </a:p>
          </p:txBody>
        </p:sp>
      </p:grpSp>
      <p:pic>
        <p:nvPicPr>
          <p:cNvPr id="36" name="Picture 35">
            <a:extLst>
              <a:ext uri="{FF2B5EF4-FFF2-40B4-BE49-F238E27FC236}">
                <a16:creationId xmlns:a16="http://schemas.microsoft.com/office/drawing/2014/main" id="{BBA46931-38BB-5CEE-0022-42858ECBA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165" y="4411771"/>
            <a:ext cx="2119453" cy="16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94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234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2024-05-05T06:29:24Z</dcterms:created>
  <dcterms:modified xsi:type="dcterms:W3CDTF">2026-02-08T23:47:13Z</dcterms:modified>
</cp:coreProperties>
</file>